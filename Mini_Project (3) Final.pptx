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1" r:id="rId4"/>
    <p:sldId id="270" r:id="rId5"/>
    <p:sldId id="258" r:id="rId6"/>
    <p:sldId id="283" r:id="rId7"/>
    <p:sldId id="265" r:id="rId8"/>
    <p:sldId id="277" r:id="rId9"/>
    <p:sldId id="284" r:id="rId10"/>
    <p:sldId id="281" r:id="rId11"/>
    <p:sldId id="275" r:id="rId12"/>
    <p:sldId id="287" r:id="rId13"/>
    <p:sldId id="279" r:id="rId14"/>
    <p:sldId id="285" r:id="rId15"/>
    <p:sldId id="286" r:id="rId16"/>
    <p:sldId id="282" r:id="rId17"/>
    <p:sldId id="273" r:id="rId18"/>
  </p:sldIdLst>
  <p:sldSz cx="18288000" cy="10287000"/>
  <p:notesSz cx="6858000" cy="9144000"/>
  <p:embeddedFontLst>
    <p:embeddedFont>
      <p:font typeface="Lato Bold" panose="020B0604020202020204" charset="0"/>
      <p:regular r:id="rId20"/>
    </p:embeddedFont>
    <p:embeddedFont>
      <p:font typeface="Stencil" panose="040409050D0802020404" pitchFamily="82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0B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 autoAdjust="0"/>
    <p:restoredTop sz="87206" autoAdjust="0"/>
  </p:normalViewPr>
  <p:slideViewPr>
    <p:cSldViewPr>
      <p:cViewPr>
        <p:scale>
          <a:sx n="50" d="100"/>
          <a:sy n="50" d="100"/>
        </p:scale>
        <p:origin x="898" y="-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E802B2-630E-4D1C-99F5-A690DFBDB19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869AE5-0697-4143-90F1-8718603547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299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69AE5-0697-4143-90F1-8718603547D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130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8F8B-1DBB-492C-8B0E-89FC9C3A08B6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34D98-8C1F-45C2-8A8B-E1B645755CFD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3222F-A82C-43DA-8C0E-1F4120370859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9AAAE-5916-4458-A6AA-25ED67ACDC2C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AD62C-4AE1-4665-B994-228DD767294B}" type="datetime1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B73E-EB1A-4754-BE70-AEF30C966E9D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95F20-7AE9-4A1A-A95A-D20A7C917935}" type="datetime1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A4FB8-908B-411E-A65B-496338E4F5DD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279F1-6090-4956-A83C-5B89DEEA068D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7E8F6-8A95-4E90-A089-B88BFB6A7A9D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13520-3C61-4E1E-AF78-FC2DC8C25D8F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CEC31-6AD5-418E-A2A6-8AFE7D4D6D63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Electronics And Communication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3086100" cy="10287000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3581252" y="4769427"/>
            <a:ext cx="14240668" cy="2132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Freeform 9"/>
          <p:cNvSpPr/>
          <p:nvPr/>
        </p:nvSpPr>
        <p:spPr>
          <a:xfrm>
            <a:off x="16109013" y="34526"/>
            <a:ext cx="2147373" cy="2697656"/>
          </a:xfrm>
          <a:custGeom>
            <a:avLst/>
            <a:gdLst/>
            <a:ahLst/>
            <a:cxnLst/>
            <a:rect l="l" t="t" r="r" b="b"/>
            <a:pathLst>
              <a:path w="4160184" h="4114800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863080" y="246956"/>
            <a:ext cx="1491797" cy="1492952"/>
            <a:chOff x="0" y="0"/>
            <a:chExt cx="3673970" cy="3676815"/>
          </a:xfrm>
        </p:grpSpPr>
        <p:sp>
          <p:nvSpPr>
            <p:cNvPr id="12" name="Freeform 12"/>
            <p:cNvSpPr/>
            <p:nvPr/>
          </p:nvSpPr>
          <p:spPr>
            <a:xfrm>
              <a:off x="123825" y="63500"/>
              <a:ext cx="3426206" cy="1776857"/>
            </a:xfrm>
            <a:custGeom>
              <a:avLst/>
              <a:gdLst/>
              <a:ahLst/>
              <a:cxnLst/>
              <a:rect l="l" t="t" r="r" b="b"/>
              <a:pathLst>
                <a:path w="3426206" h="1776857">
                  <a:moveTo>
                    <a:pt x="2953766" y="1444371"/>
                  </a:moveTo>
                  <a:cubicBezTo>
                    <a:pt x="3024251" y="1476756"/>
                    <a:pt x="3116707" y="1484376"/>
                    <a:pt x="3210560" y="1459484"/>
                  </a:cubicBezTo>
                  <a:cubicBezTo>
                    <a:pt x="3304413" y="1434592"/>
                    <a:pt x="3380994" y="1382141"/>
                    <a:pt x="3426206" y="1319149"/>
                  </a:cubicBezTo>
                  <a:cubicBezTo>
                    <a:pt x="3355721" y="1286764"/>
                    <a:pt x="3263265" y="1279144"/>
                    <a:pt x="3169285" y="1304036"/>
                  </a:cubicBezTo>
                  <a:cubicBezTo>
                    <a:pt x="3075305" y="1328928"/>
                    <a:pt x="2998724" y="1381379"/>
                    <a:pt x="2953639" y="1444371"/>
                  </a:cubicBezTo>
                  <a:moveTo>
                    <a:pt x="2969260" y="522859"/>
                  </a:moveTo>
                  <a:cubicBezTo>
                    <a:pt x="2892044" y="530098"/>
                    <a:pt x="2808224" y="569595"/>
                    <a:pt x="2739263" y="638175"/>
                  </a:cubicBezTo>
                  <a:cubicBezTo>
                    <a:pt x="2670302" y="706755"/>
                    <a:pt x="2630297" y="790448"/>
                    <a:pt x="2622677" y="867537"/>
                  </a:cubicBezTo>
                  <a:cubicBezTo>
                    <a:pt x="2699893" y="860298"/>
                    <a:pt x="2783713" y="820801"/>
                    <a:pt x="2852674" y="752221"/>
                  </a:cubicBezTo>
                  <a:cubicBezTo>
                    <a:pt x="2921635" y="683641"/>
                    <a:pt x="2961640" y="600075"/>
                    <a:pt x="2969260" y="522859"/>
                  </a:cubicBezTo>
                  <a:moveTo>
                    <a:pt x="2189226" y="318643"/>
                  </a:moveTo>
                  <a:cubicBezTo>
                    <a:pt x="2214626" y="224790"/>
                    <a:pt x="2207387" y="132461"/>
                    <a:pt x="2175510" y="61722"/>
                  </a:cubicBezTo>
                  <a:cubicBezTo>
                    <a:pt x="2112264" y="106553"/>
                    <a:pt x="2059305" y="182753"/>
                    <a:pt x="2033905" y="276606"/>
                  </a:cubicBezTo>
                  <a:cubicBezTo>
                    <a:pt x="2008505" y="370459"/>
                    <a:pt x="2015744" y="462915"/>
                    <a:pt x="2047748" y="533527"/>
                  </a:cubicBezTo>
                  <a:cubicBezTo>
                    <a:pt x="2110994" y="488696"/>
                    <a:pt x="2163826" y="412496"/>
                    <a:pt x="2189226" y="318643"/>
                  </a:cubicBezTo>
                  <a:moveTo>
                    <a:pt x="1382776" y="531749"/>
                  </a:moveTo>
                  <a:cubicBezTo>
                    <a:pt x="1415161" y="461264"/>
                    <a:pt x="1422781" y="368808"/>
                    <a:pt x="1397889" y="274828"/>
                  </a:cubicBezTo>
                  <a:cubicBezTo>
                    <a:pt x="1372997" y="180848"/>
                    <a:pt x="1320546" y="104394"/>
                    <a:pt x="1257554" y="59182"/>
                  </a:cubicBezTo>
                  <a:cubicBezTo>
                    <a:pt x="1225169" y="129667"/>
                    <a:pt x="1217549" y="222123"/>
                    <a:pt x="1242441" y="316103"/>
                  </a:cubicBezTo>
                  <a:cubicBezTo>
                    <a:pt x="1267333" y="410083"/>
                    <a:pt x="1319784" y="486537"/>
                    <a:pt x="1382903" y="531749"/>
                  </a:cubicBezTo>
                  <a:moveTo>
                    <a:pt x="805942" y="862711"/>
                  </a:moveTo>
                  <a:cubicBezTo>
                    <a:pt x="798703" y="785495"/>
                    <a:pt x="759079" y="701675"/>
                    <a:pt x="690626" y="632714"/>
                  </a:cubicBezTo>
                  <a:cubicBezTo>
                    <a:pt x="622173" y="563753"/>
                    <a:pt x="538480" y="523748"/>
                    <a:pt x="461264" y="516128"/>
                  </a:cubicBezTo>
                  <a:cubicBezTo>
                    <a:pt x="468503" y="593344"/>
                    <a:pt x="508000" y="677291"/>
                    <a:pt x="576580" y="746125"/>
                  </a:cubicBezTo>
                  <a:cubicBezTo>
                    <a:pt x="645160" y="814959"/>
                    <a:pt x="728853" y="855091"/>
                    <a:pt x="806069" y="862711"/>
                  </a:cubicBezTo>
                  <a:moveTo>
                    <a:pt x="214884" y="1451483"/>
                  </a:moveTo>
                  <a:cubicBezTo>
                    <a:pt x="308737" y="1476883"/>
                    <a:pt x="401193" y="1469644"/>
                    <a:pt x="471805" y="1437640"/>
                  </a:cubicBezTo>
                  <a:cubicBezTo>
                    <a:pt x="426974" y="1374394"/>
                    <a:pt x="350774" y="1321562"/>
                    <a:pt x="256921" y="1296162"/>
                  </a:cubicBezTo>
                  <a:cubicBezTo>
                    <a:pt x="163068" y="1270762"/>
                    <a:pt x="70739" y="1278001"/>
                    <a:pt x="0" y="1309878"/>
                  </a:cubicBezTo>
                  <a:cubicBezTo>
                    <a:pt x="44831" y="1373124"/>
                    <a:pt x="121031" y="1426083"/>
                    <a:pt x="214884" y="1451483"/>
                  </a:cubicBezTo>
                  <a:moveTo>
                    <a:pt x="2419858" y="759587"/>
                  </a:moveTo>
                  <a:cubicBezTo>
                    <a:pt x="2527427" y="573151"/>
                    <a:pt x="2588641" y="385064"/>
                    <a:pt x="2598674" y="237617"/>
                  </a:cubicBezTo>
                  <a:cubicBezTo>
                    <a:pt x="2475992" y="319786"/>
                    <a:pt x="2343658" y="466852"/>
                    <a:pt x="2236089" y="653415"/>
                  </a:cubicBezTo>
                  <a:cubicBezTo>
                    <a:pt x="2128520" y="839978"/>
                    <a:pt x="2067179" y="1028192"/>
                    <a:pt x="2057273" y="1175385"/>
                  </a:cubicBezTo>
                  <a:cubicBezTo>
                    <a:pt x="2179828" y="1093089"/>
                    <a:pt x="2312162" y="946023"/>
                    <a:pt x="2419858" y="759587"/>
                  </a:cubicBezTo>
                  <a:moveTo>
                    <a:pt x="1366647" y="1175258"/>
                  </a:moveTo>
                  <a:cubicBezTo>
                    <a:pt x="1356741" y="1027938"/>
                    <a:pt x="1295527" y="839851"/>
                    <a:pt x="1187831" y="653415"/>
                  </a:cubicBezTo>
                  <a:cubicBezTo>
                    <a:pt x="1080135" y="466979"/>
                    <a:pt x="947801" y="319913"/>
                    <a:pt x="825246" y="237617"/>
                  </a:cubicBezTo>
                  <a:cubicBezTo>
                    <a:pt x="835152" y="384937"/>
                    <a:pt x="896366" y="573024"/>
                    <a:pt x="1004062" y="759587"/>
                  </a:cubicBezTo>
                  <a:cubicBezTo>
                    <a:pt x="1111758" y="946150"/>
                    <a:pt x="1244092" y="1093216"/>
                    <a:pt x="1366647" y="1175385"/>
                  </a:cubicBezTo>
                  <a:moveTo>
                    <a:pt x="2019173" y="1596390"/>
                  </a:moveTo>
                  <a:lnTo>
                    <a:pt x="2082673" y="1590040"/>
                  </a:lnTo>
                  <a:cubicBezTo>
                    <a:pt x="2115312" y="1585722"/>
                    <a:pt x="2149094" y="1579753"/>
                    <a:pt x="2184146" y="1571879"/>
                  </a:cubicBezTo>
                  <a:cubicBezTo>
                    <a:pt x="2343531" y="1536446"/>
                    <a:pt x="2523744" y="1465453"/>
                    <a:pt x="2702941" y="1362075"/>
                  </a:cubicBezTo>
                  <a:cubicBezTo>
                    <a:pt x="2947289" y="1220978"/>
                    <a:pt x="3139821" y="1047750"/>
                    <a:pt x="3247898" y="887095"/>
                  </a:cubicBezTo>
                  <a:cubicBezTo>
                    <a:pt x="3054858" y="900049"/>
                    <a:pt x="2808351" y="980186"/>
                    <a:pt x="2563876" y="1121283"/>
                  </a:cubicBezTo>
                  <a:cubicBezTo>
                    <a:pt x="2319274" y="1262380"/>
                    <a:pt x="2126615" y="1435735"/>
                    <a:pt x="2019046" y="1596390"/>
                  </a:cubicBezTo>
                  <a:moveTo>
                    <a:pt x="1712087" y="0"/>
                  </a:moveTo>
                  <a:cubicBezTo>
                    <a:pt x="1567561" y="217551"/>
                    <a:pt x="1476375" y="535051"/>
                    <a:pt x="1476375" y="888365"/>
                  </a:cubicBezTo>
                  <a:cubicBezTo>
                    <a:pt x="1476375" y="1241933"/>
                    <a:pt x="1567561" y="1559560"/>
                    <a:pt x="1711960" y="1776857"/>
                  </a:cubicBezTo>
                  <a:cubicBezTo>
                    <a:pt x="1856359" y="1559433"/>
                    <a:pt x="1947418" y="1241806"/>
                    <a:pt x="1947418" y="888365"/>
                  </a:cubicBezTo>
                  <a:cubicBezTo>
                    <a:pt x="1947418" y="534924"/>
                    <a:pt x="1856486" y="217678"/>
                    <a:pt x="1712087" y="0"/>
                  </a:cubicBezTo>
                  <a:moveTo>
                    <a:pt x="720852" y="1361821"/>
                  </a:moveTo>
                  <a:cubicBezTo>
                    <a:pt x="900557" y="1465580"/>
                    <a:pt x="1081405" y="1536446"/>
                    <a:pt x="1241171" y="1571752"/>
                  </a:cubicBezTo>
                  <a:lnTo>
                    <a:pt x="1342644" y="1589786"/>
                  </a:lnTo>
                  <a:cubicBezTo>
                    <a:pt x="1363980" y="1592580"/>
                    <a:pt x="1384681" y="1594739"/>
                    <a:pt x="1404874" y="1596009"/>
                  </a:cubicBezTo>
                  <a:cubicBezTo>
                    <a:pt x="1297051" y="1435354"/>
                    <a:pt x="1104265" y="1262126"/>
                    <a:pt x="859917" y="1121029"/>
                  </a:cubicBezTo>
                  <a:cubicBezTo>
                    <a:pt x="615569" y="979932"/>
                    <a:pt x="369062" y="899795"/>
                    <a:pt x="176149" y="886714"/>
                  </a:cubicBezTo>
                  <a:cubicBezTo>
                    <a:pt x="283845" y="1047369"/>
                    <a:pt x="476504" y="1220724"/>
                    <a:pt x="720979" y="1361821"/>
                  </a:cubicBezTo>
                </a:path>
              </a:pathLst>
            </a:custGeom>
            <a:solidFill>
              <a:srgbClr val="DBA3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88087" y="2494788"/>
              <a:ext cx="1031875" cy="738251"/>
            </a:xfrm>
            <a:custGeom>
              <a:avLst/>
              <a:gdLst/>
              <a:ahLst/>
              <a:cxnLst/>
              <a:rect l="l" t="t" r="r" b="b"/>
              <a:pathLst>
                <a:path w="1031875" h="738251">
                  <a:moveTo>
                    <a:pt x="1031875" y="257175"/>
                  </a:moveTo>
                  <a:lnTo>
                    <a:pt x="550799" y="738251"/>
                  </a:lnTo>
                  <a:cubicBezTo>
                    <a:pt x="307721" y="546608"/>
                    <a:pt x="116205" y="292481"/>
                    <a:pt x="0" y="0"/>
                  </a:cubicBezTo>
                  <a:lnTo>
                    <a:pt x="805053" y="0"/>
                  </a:lnTo>
                  <a:cubicBezTo>
                    <a:pt x="865251" y="98298"/>
                    <a:pt x="942086" y="185420"/>
                    <a:pt x="1031875" y="257175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3500" y="1840230"/>
              <a:ext cx="1390904" cy="959612"/>
            </a:xfrm>
            <a:custGeom>
              <a:avLst/>
              <a:gdLst/>
              <a:ahLst/>
              <a:cxnLst/>
              <a:rect l="l" t="t" r="r" b="b"/>
              <a:pathLst>
                <a:path w="1390904" h="959612">
                  <a:moveTo>
                    <a:pt x="784733" y="139954"/>
                  </a:moveTo>
                  <a:cubicBezTo>
                    <a:pt x="784733" y="117348"/>
                    <a:pt x="803148" y="98933"/>
                    <a:pt x="825754" y="98933"/>
                  </a:cubicBezTo>
                  <a:cubicBezTo>
                    <a:pt x="848360" y="98933"/>
                    <a:pt x="866775" y="117348"/>
                    <a:pt x="866775" y="139954"/>
                  </a:cubicBezTo>
                  <a:cubicBezTo>
                    <a:pt x="866775" y="501650"/>
                    <a:pt x="1079754" y="814578"/>
                    <a:pt x="1387094" y="959612"/>
                  </a:cubicBezTo>
                  <a:lnTo>
                    <a:pt x="1387094" y="349377"/>
                  </a:lnTo>
                  <a:cubicBezTo>
                    <a:pt x="1387094" y="333756"/>
                    <a:pt x="1387348" y="316103"/>
                    <a:pt x="1387729" y="296799"/>
                  </a:cubicBezTo>
                  <a:cubicBezTo>
                    <a:pt x="1389126" y="217043"/>
                    <a:pt x="1390904" y="110490"/>
                    <a:pt x="1373505" y="4953"/>
                  </a:cubicBezTo>
                  <a:lnTo>
                    <a:pt x="1306703" y="0"/>
                  </a:lnTo>
                  <a:lnTo>
                    <a:pt x="0" y="0"/>
                  </a:lnTo>
                  <a:cubicBezTo>
                    <a:pt x="0" y="200279"/>
                    <a:pt x="33147" y="392811"/>
                    <a:pt x="94361" y="572389"/>
                  </a:cubicBezTo>
                  <a:lnTo>
                    <a:pt x="884555" y="572389"/>
                  </a:lnTo>
                  <a:cubicBezTo>
                    <a:pt x="820674" y="441579"/>
                    <a:pt x="784733" y="294894"/>
                    <a:pt x="784733" y="13995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523111" y="1866011"/>
              <a:ext cx="272161" cy="1019175"/>
            </a:xfrm>
            <a:custGeom>
              <a:avLst/>
              <a:gdLst/>
              <a:ahLst/>
              <a:cxnLst/>
              <a:rect l="l" t="t" r="r" b="b"/>
              <a:pathLst>
                <a:path w="272161" h="1019175">
                  <a:moveTo>
                    <a:pt x="0" y="127"/>
                  </a:moveTo>
                  <a:cubicBezTo>
                    <a:pt x="12954" y="100457"/>
                    <a:pt x="11303" y="197485"/>
                    <a:pt x="10160" y="272415"/>
                  </a:cubicBezTo>
                  <a:lnTo>
                    <a:pt x="9525" y="323596"/>
                  </a:lnTo>
                  <a:lnTo>
                    <a:pt x="9525" y="967613"/>
                  </a:lnTo>
                  <a:cubicBezTo>
                    <a:pt x="92202" y="997331"/>
                    <a:pt x="180340" y="1014984"/>
                    <a:pt x="272161" y="1019175"/>
                  </a:cubicBezTo>
                  <a:lnTo>
                    <a:pt x="272161" y="248031"/>
                  </a:lnTo>
                  <a:cubicBezTo>
                    <a:pt x="219583" y="132334"/>
                    <a:pt x="121158" y="41910"/>
                    <a:pt x="0" y="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805053" y="2801239"/>
              <a:ext cx="990219" cy="812165"/>
            </a:xfrm>
            <a:custGeom>
              <a:avLst/>
              <a:gdLst/>
              <a:ahLst/>
              <a:cxnLst/>
              <a:rect l="l" t="t" r="r" b="b"/>
              <a:pathLst>
                <a:path w="990219" h="812165">
                  <a:moveTo>
                    <a:pt x="669290" y="98425"/>
                  </a:moveTo>
                  <a:lnTo>
                    <a:pt x="667766" y="97790"/>
                  </a:lnTo>
                  <a:cubicBezTo>
                    <a:pt x="601472" y="71501"/>
                    <a:pt x="539369" y="38735"/>
                    <a:pt x="481584" y="0"/>
                  </a:cubicBezTo>
                  <a:lnTo>
                    <a:pt x="0" y="481711"/>
                  </a:lnTo>
                  <a:cubicBezTo>
                    <a:pt x="280162" y="682625"/>
                    <a:pt x="621284" y="803783"/>
                    <a:pt x="990219" y="812165"/>
                  </a:cubicBezTo>
                  <a:lnTo>
                    <a:pt x="990219" y="165989"/>
                  </a:lnTo>
                  <a:cubicBezTo>
                    <a:pt x="879983" y="161544"/>
                    <a:pt x="774192" y="138938"/>
                    <a:pt x="676021" y="100838"/>
                  </a:cubicBezTo>
                  <a:lnTo>
                    <a:pt x="671449" y="99187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877314" y="1865503"/>
              <a:ext cx="274955" cy="1019683"/>
            </a:xfrm>
            <a:custGeom>
              <a:avLst/>
              <a:gdLst/>
              <a:ahLst/>
              <a:cxnLst/>
              <a:rect l="l" t="t" r="r" b="b"/>
              <a:pathLst>
                <a:path w="274955" h="1019683">
                  <a:moveTo>
                    <a:pt x="0" y="251587"/>
                  </a:moveTo>
                  <a:lnTo>
                    <a:pt x="0" y="1019683"/>
                  </a:lnTo>
                  <a:cubicBezTo>
                    <a:pt x="92710" y="1015619"/>
                    <a:pt x="181864" y="997331"/>
                    <a:pt x="265430" y="967105"/>
                  </a:cubicBezTo>
                  <a:lnTo>
                    <a:pt x="265430" y="324104"/>
                  </a:lnTo>
                  <a:cubicBezTo>
                    <a:pt x="265430" y="308864"/>
                    <a:pt x="265049" y="291719"/>
                    <a:pt x="264795" y="272923"/>
                  </a:cubicBezTo>
                  <a:cubicBezTo>
                    <a:pt x="263652" y="197739"/>
                    <a:pt x="262001" y="100457"/>
                    <a:pt x="274955" y="0"/>
                  </a:cubicBezTo>
                  <a:cubicBezTo>
                    <a:pt x="152146" y="42037"/>
                    <a:pt x="52451" y="133985"/>
                    <a:pt x="0" y="25158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877187" y="2800604"/>
              <a:ext cx="991616" cy="812800"/>
            </a:xfrm>
            <a:custGeom>
              <a:avLst/>
              <a:gdLst/>
              <a:ahLst/>
              <a:cxnLst/>
              <a:rect l="l" t="t" r="r" b="b"/>
              <a:pathLst>
                <a:path w="991616" h="812800">
                  <a:moveTo>
                    <a:pt x="330708" y="95123"/>
                  </a:moveTo>
                  <a:lnTo>
                    <a:pt x="318008" y="100203"/>
                  </a:lnTo>
                  <a:lnTo>
                    <a:pt x="310896" y="102870"/>
                  </a:lnTo>
                  <a:cubicBezTo>
                    <a:pt x="213614" y="140081"/>
                    <a:pt x="109220" y="162433"/>
                    <a:pt x="0" y="166751"/>
                  </a:cubicBezTo>
                  <a:lnTo>
                    <a:pt x="0" y="812800"/>
                  </a:lnTo>
                  <a:cubicBezTo>
                    <a:pt x="369443" y="804799"/>
                    <a:pt x="711073" y="683641"/>
                    <a:pt x="991616" y="482346"/>
                  </a:cubicBezTo>
                  <a:lnTo>
                    <a:pt x="509270" y="0"/>
                  </a:lnTo>
                  <a:cubicBezTo>
                    <a:pt x="453517" y="37592"/>
                    <a:pt x="393700" y="69596"/>
                    <a:pt x="330708" y="9525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453132" y="2494788"/>
              <a:ext cx="1032637" cy="738251"/>
            </a:xfrm>
            <a:custGeom>
              <a:avLst/>
              <a:gdLst/>
              <a:ahLst/>
              <a:cxnLst/>
              <a:rect l="l" t="t" r="r" b="b"/>
              <a:pathLst>
                <a:path w="1032637" h="738251">
                  <a:moveTo>
                    <a:pt x="127" y="256540"/>
                  </a:moveTo>
                  <a:lnTo>
                    <a:pt x="481838" y="738251"/>
                  </a:lnTo>
                  <a:cubicBezTo>
                    <a:pt x="724916" y="546481"/>
                    <a:pt x="916432" y="292481"/>
                    <a:pt x="1032637" y="0"/>
                  </a:cubicBezTo>
                  <a:lnTo>
                    <a:pt x="226187" y="0"/>
                  </a:lnTo>
                  <a:cubicBezTo>
                    <a:pt x="166116" y="98171"/>
                    <a:pt x="89535" y="185039"/>
                    <a:pt x="0" y="25654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2221103" y="1840357"/>
              <a:ext cx="1389507" cy="958342"/>
            </a:xfrm>
            <a:custGeom>
              <a:avLst/>
              <a:gdLst/>
              <a:ahLst/>
              <a:cxnLst/>
              <a:rect l="l" t="t" r="r" b="b"/>
              <a:pathLst>
                <a:path w="1389507" h="958342">
                  <a:moveTo>
                    <a:pt x="82550" y="0"/>
                  </a:moveTo>
                  <a:lnTo>
                    <a:pt x="17399" y="4572"/>
                  </a:lnTo>
                  <a:cubicBezTo>
                    <a:pt x="0" y="110109"/>
                    <a:pt x="1778" y="216916"/>
                    <a:pt x="3175" y="296799"/>
                  </a:cubicBezTo>
                  <a:lnTo>
                    <a:pt x="3810" y="349377"/>
                  </a:lnTo>
                  <a:lnTo>
                    <a:pt x="3810" y="958342"/>
                  </a:lnTo>
                  <a:cubicBezTo>
                    <a:pt x="309626" y="812673"/>
                    <a:pt x="521335" y="500507"/>
                    <a:pt x="521335" y="139954"/>
                  </a:cubicBezTo>
                  <a:cubicBezTo>
                    <a:pt x="521335" y="117348"/>
                    <a:pt x="539750" y="98933"/>
                    <a:pt x="562356" y="98933"/>
                  </a:cubicBezTo>
                  <a:cubicBezTo>
                    <a:pt x="584962" y="98933"/>
                    <a:pt x="603377" y="117348"/>
                    <a:pt x="603377" y="139954"/>
                  </a:cubicBezTo>
                  <a:cubicBezTo>
                    <a:pt x="603377" y="294894"/>
                    <a:pt x="567436" y="441706"/>
                    <a:pt x="503809" y="572389"/>
                  </a:cubicBezTo>
                  <a:lnTo>
                    <a:pt x="1295146" y="572389"/>
                  </a:lnTo>
                  <a:cubicBezTo>
                    <a:pt x="1356360" y="392811"/>
                    <a:pt x="1389507" y="200279"/>
                    <a:pt x="13895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3352208" y="599930"/>
            <a:ext cx="9220816" cy="507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37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1B2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 MANAKULA VINAYAGAR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286084" y="1917593"/>
            <a:ext cx="7286676" cy="2255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23"/>
              </a:lnSpc>
            </a:pPr>
            <a:r>
              <a:rPr lang="en-US" sz="2400" spc="102" dirty="0">
                <a:solidFill>
                  <a:schemeClr val="accent6">
                    <a:lumMod val="75000"/>
                  </a:schemeClr>
                </a:solidFill>
                <a:latin typeface="Trajan Pro"/>
              </a:rPr>
              <a:t>(An Autonomous Institution)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286084" y="1283965"/>
            <a:ext cx="8501122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10"/>
              </a:lnSpc>
              <a:spcBef>
                <a:spcPct val="0"/>
              </a:spcBef>
            </a:pPr>
            <a:r>
              <a:rPr lang="en-US" sz="4000" dirty="0">
                <a:solidFill>
                  <a:srgbClr val="1B277B"/>
                </a:solidFill>
                <a:latin typeface="Trajan Pro"/>
              </a:rPr>
              <a:t>ENGINEERING COLLEGE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10" y="2825549"/>
            <a:ext cx="1520190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SELF-CALIBRATING SMART INDICATOR MODULE FOR CONVENTIONAL LATHE MACHINES WITHOUT MACHINE MODIFICATION</a:t>
            </a:r>
            <a:endParaRPr lang="en-IN" sz="4000" b="1" dirty="0">
              <a:solidFill>
                <a:srgbClr val="FF0000"/>
              </a:solidFill>
              <a:effectLst/>
              <a:latin typeface="Arial" panose="020B0604020202020204" pitchFamily="34" charset="0"/>
              <a:ea typeface="Lato Bold" panose="020B0604020202020204" charset="0"/>
              <a:cs typeface="Arial" panose="020B0604020202020204" pitchFamily="34" charset="0"/>
            </a:endParaRPr>
          </a:p>
        </p:txBody>
      </p:sp>
      <p:sp>
        <p:nvSpPr>
          <p:cNvPr id="33" name="TextBox 10"/>
          <p:cNvSpPr txBox="1"/>
          <p:nvPr/>
        </p:nvSpPr>
        <p:spPr>
          <a:xfrm>
            <a:off x="13239434" y="6459184"/>
            <a:ext cx="2499054" cy="447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99"/>
              </a:lnSpc>
              <a:spcBef>
                <a:spcPct val="0"/>
              </a:spcBef>
            </a:pPr>
            <a:r>
              <a:rPr lang="en-US" sz="27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  by</a:t>
            </a:r>
          </a:p>
        </p:txBody>
      </p:sp>
      <p:sp>
        <p:nvSpPr>
          <p:cNvPr id="35" name="TextBox 23"/>
          <p:cNvSpPr txBox="1"/>
          <p:nvPr/>
        </p:nvSpPr>
        <p:spPr>
          <a:xfrm>
            <a:off x="13297948" y="8061218"/>
            <a:ext cx="2499054" cy="7001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GB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III/VI/D </a:t>
            </a:r>
          </a:p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GB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ECE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>
            <a:off x="3286084" y="1712888"/>
            <a:ext cx="6000792" cy="1588"/>
          </a:xfrm>
          <a:prstGeom prst="line">
            <a:avLst/>
          </a:prstGeom>
          <a:ln w="28575">
            <a:solidFill>
              <a:srgbClr val="1E0B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E3E966ED-E83C-A5A0-F178-3DC741BE3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486" y="6656640"/>
            <a:ext cx="6297390" cy="1917472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U23ECW602)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Dr.R.Kurinjimalar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PROFESSOR</a:t>
            </a:r>
            <a:endParaRPr lang="en-IN" sz="2400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581B2D8-481D-C9EF-7D63-B9D927AEF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24208" y="9681546"/>
            <a:ext cx="4042972" cy="315847"/>
          </a:xfrm>
        </p:spPr>
        <p:txBody>
          <a:bodyPr/>
          <a:lstStyle/>
          <a:p>
            <a:r>
              <a:rPr lang="en-US" dirty="0"/>
              <a:t>Department Of Electronics And Communication 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B4E2AB-A154-2A20-DE4F-D5C1943E410A}"/>
              </a:ext>
            </a:extLst>
          </p:cNvPr>
          <p:cNvSpPr txBox="1"/>
          <p:nvPr/>
        </p:nvSpPr>
        <p:spPr>
          <a:xfrm>
            <a:off x="3252920" y="2266891"/>
            <a:ext cx="9326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 ENGINEERING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0AE9C8-CA6D-3471-4096-0FA8FDB1A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38488" y="95888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1600" smtClean="0">
                <a:solidFill>
                  <a:schemeClr val="tx1"/>
                </a:solidFill>
              </a:rPr>
              <a:pPr/>
              <a:t>1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BF716F-74CE-BE33-C470-05225B40B507}"/>
              </a:ext>
            </a:extLst>
          </p:cNvPr>
          <p:cNvSpPr txBox="1"/>
          <p:nvPr/>
        </p:nvSpPr>
        <p:spPr>
          <a:xfrm>
            <a:off x="13189192" y="7032681"/>
            <a:ext cx="2109322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GAYATHRI D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RUPAWAANI K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3874" y="-67739"/>
            <a:ext cx="18288000" cy="10467824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5265774" y="-67739"/>
            <a:ext cx="3086100" cy="10460786"/>
            <a:chOff x="0" y="0"/>
            <a:chExt cx="81280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69067" y="200096"/>
            <a:ext cx="9258288" cy="7496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GB" sz="4800" b="1" dirty="0">
                <a:solidFill>
                  <a:srgbClr val="1B277B"/>
                </a:solidFill>
                <a:latin typeface="Stencil" panose="040409050D0802020404" pitchFamily="82" charset="0"/>
                <a:cs typeface="Times New Roman" panose="02020603050405020304" pitchFamily="18" charset="0"/>
              </a:rPr>
              <a:t>TABLE OF CONTENTS</a:t>
            </a:r>
            <a:endParaRPr lang="en-US" sz="4800" b="1" dirty="0">
              <a:solidFill>
                <a:srgbClr val="1B277B"/>
              </a:solidFill>
              <a:latin typeface="Stencil" panose="040409050D0802020404" pitchFamily="82" charset="0"/>
              <a:cs typeface="Times New Roman" panose="02020603050405020304" pitchFamily="18" charset="0"/>
            </a:endParaRPr>
          </a:p>
        </p:txBody>
      </p:sp>
      <p:sp>
        <p:nvSpPr>
          <p:cNvPr id="8" name="AutoShape 8"/>
          <p:cNvSpPr/>
          <p:nvPr/>
        </p:nvSpPr>
        <p:spPr>
          <a:xfrm flipH="1">
            <a:off x="1028720" y="2186817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" name="AutoShape 10"/>
          <p:cNvSpPr/>
          <p:nvPr/>
        </p:nvSpPr>
        <p:spPr>
          <a:xfrm flipV="1">
            <a:off x="921592" y="906436"/>
            <a:ext cx="7416824" cy="1"/>
          </a:xfrm>
          <a:prstGeom prst="line">
            <a:avLst/>
          </a:prstGeom>
          <a:ln w="38100" cap="flat">
            <a:solidFill>
              <a:srgbClr val="1E0B9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>
              <a:ln>
                <a:solidFill>
                  <a:srgbClr val="1E0B93"/>
                </a:solidFill>
              </a:ln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D87D10-FDEC-A0AB-CDB1-B82DF9C53AD9}"/>
              </a:ext>
            </a:extLst>
          </p:cNvPr>
          <p:cNvSpPr txBox="1"/>
          <p:nvPr/>
        </p:nvSpPr>
        <p:spPr>
          <a:xfrm>
            <a:off x="1372673" y="560772"/>
            <a:ext cx="6063952" cy="10649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Existing Solution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Working Principle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 Diagram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Circuit Diagram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Components List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Novelty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SDGs and Domain Specifications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Scope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  <a:p>
            <a:endParaRPr lang="en-IN" sz="280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800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9198C09-B289-0E99-A0DF-7E5878F5D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5568" y="9680004"/>
            <a:ext cx="6063952" cy="365126"/>
          </a:xfrm>
        </p:spPr>
        <p:txBody>
          <a:bodyPr/>
          <a:lstStyle/>
          <a:p>
            <a:r>
              <a:rPr lang="en-US" dirty="0"/>
              <a:t>Department Of Electronics And Communication Engineering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A3FD8AA5-6EA8-6DF2-963C-E0949CE95FDB}"/>
              </a:ext>
            </a:extLst>
          </p:cNvPr>
          <p:cNvGrpSpPr>
            <a:grpSpLocks noChangeAspect="1"/>
          </p:cNvGrpSpPr>
          <p:nvPr/>
        </p:nvGrpSpPr>
        <p:grpSpPr>
          <a:xfrm>
            <a:off x="16062948" y="534988"/>
            <a:ext cx="1491797" cy="1492952"/>
            <a:chOff x="0" y="0"/>
            <a:chExt cx="3673970" cy="367681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B4BC617-0F2B-8FAC-CFD9-93CF3862EC2E}"/>
                </a:ext>
              </a:extLst>
            </p:cNvPr>
            <p:cNvSpPr/>
            <p:nvPr/>
          </p:nvSpPr>
          <p:spPr>
            <a:xfrm>
              <a:off x="123825" y="63500"/>
              <a:ext cx="3426206" cy="1776857"/>
            </a:xfrm>
            <a:custGeom>
              <a:avLst/>
              <a:gdLst/>
              <a:ahLst/>
              <a:cxnLst/>
              <a:rect l="l" t="t" r="r" b="b"/>
              <a:pathLst>
                <a:path w="3426206" h="1776857">
                  <a:moveTo>
                    <a:pt x="2953766" y="1444371"/>
                  </a:moveTo>
                  <a:cubicBezTo>
                    <a:pt x="3024251" y="1476756"/>
                    <a:pt x="3116707" y="1484376"/>
                    <a:pt x="3210560" y="1459484"/>
                  </a:cubicBezTo>
                  <a:cubicBezTo>
                    <a:pt x="3304413" y="1434592"/>
                    <a:pt x="3380994" y="1382141"/>
                    <a:pt x="3426206" y="1319149"/>
                  </a:cubicBezTo>
                  <a:cubicBezTo>
                    <a:pt x="3355721" y="1286764"/>
                    <a:pt x="3263265" y="1279144"/>
                    <a:pt x="3169285" y="1304036"/>
                  </a:cubicBezTo>
                  <a:cubicBezTo>
                    <a:pt x="3075305" y="1328928"/>
                    <a:pt x="2998724" y="1381379"/>
                    <a:pt x="2953639" y="1444371"/>
                  </a:cubicBezTo>
                  <a:moveTo>
                    <a:pt x="2969260" y="522859"/>
                  </a:moveTo>
                  <a:cubicBezTo>
                    <a:pt x="2892044" y="530098"/>
                    <a:pt x="2808224" y="569595"/>
                    <a:pt x="2739263" y="638175"/>
                  </a:cubicBezTo>
                  <a:cubicBezTo>
                    <a:pt x="2670302" y="706755"/>
                    <a:pt x="2630297" y="790448"/>
                    <a:pt x="2622677" y="867537"/>
                  </a:cubicBezTo>
                  <a:cubicBezTo>
                    <a:pt x="2699893" y="860298"/>
                    <a:pt x="2783713" y="820801"/>
                    <a:pt x="2852674" y="752221"/>
                  </a:cubicBezTo>
                  <a:cubicBezTo>
                    <a:pt x="2921635" y="683641"/>
                    <a:pt x="2961640" y="600075"/>
                    <a:pt x="2969260" y="522859"/>
                  </a:cubicBezTo>
                  <a:moveTo>
                    <a:pt x="2189226" y="318643"/>
                  </a:moveTo>
                  <a:cubicBezTo>
                    <a:pt x="2214626" y="224790"/>
                    <a:pt x="2207387" y="132461"/>
                    <a:pt x="2175510" y="61722"/>
                  </a:cubicBezTo>
                  <a:cubicBezTo>
                    <a:pt x="2112264" y="106553"/>
                    <a:pt x="2059305" y="182753"/>
                    <a:pt x="2033905" y="276606"/>
                  </a:cubicBezTo>
                  <a:cubicBezTo>
                    <a:pt x="2008505" y="370459"/>
                    <a:pt x="2015744" y="462915"/>
                    <a:pt x="2047748" y="533527"/>
                  </a:cubicBezTo>
                  <a:cubicBezTo>
                    <a:pt x="2110994" y="488696"/>
                    <a:pt x="2163826" y="412496"/>
                    <a:pt x="2189226" y="318643"/>
                  </a:cubicBezTo>
                  <a:moveTo>
                    <a:pt x="1382776" y="531749"/>
                  </a:moveTo>
                  <a:cubicBezTo>
                    <a:pt x="1415161" y="461264"/>
                    <a:pt x="1422781" y="368808"/>
                    <a:pt x="1397889" y="274828"/>
                  </a:cubicBezTo>
                  <a:cubicBezTo>
                    <a:pt x="1372997" y="180848"/>
                    <a:pt x="1320546" y="104394"/>
                    <a:pt x="1257554" y="59182"/>
                  </a:cubicBezTo>
                  <a:cubicBezTo>
                    <a:pt x="1225169" y="129667"/>
                    <a:pt x="1217549" y="222123"/>
                    <a:pt x="1242441" y="316103"/>
                  </a:cubicBezTo>
                  <a:cubicBezTo>
                    <a:pt x="1267333" y="410083"/>
                    <a:pt x="1319784" y="486537"/>
                    <a:pt x="1382903" y="531749"/>
                  </a:cubicBezTo>
                  <a:moveTo>
                    <a:pt x="805942" y="862711"/>
                  </a:moveTo>
                  <a:cubicBezTo>
                    <a:pt x="798703" y="785495"/>
                    <a:pt x="759079" y="701675"/>
                    <a:pt x="690626" y="632714"/>
                  </a:cubicBezTo>
                  <a:cubicBezTo>
                    <a:pt x="622173" y="563753"/>
                    <a:pt x="538480" y="523748"/>
                    <a:pt x="461264" y="516128"/>
                  </a:cubicBezTo>
                  <a:cubicBezTo>
                    <a:pt x="468503" y="593344"/>
                    <a:pt x="508000" y="677291"/>
                    <a:pt x="576580" y="746125"/>
                  </a:cubicBezTo>
                  <a:cubicBezTo>
                    <a:pt x="645160" y="814959"/>
                    <a:pt x="728853" y="855091"/>
                    <a:pt x="806069" y="862711"/>
                  </a:cubicBezTo>
                  <a:moveTo>
                    <a:pt x="214884" y="1451483"/>
                  </a:moveTo>
                  <a:cubicBezTo>
                    <a:pt x="308737" y="1476883"/>
                    <a:pt x="401193" y="1469644"/>
                    <a:pt x="471805" y="1437640"/>
                  </a:cubicBezTo>
                  <a:cubicBezTo>
                    <a:pt x="426974" y="1374394"/>
                    <a:pt x="350774" y="1321562"/>
                    <a:pt x="256921" y="1296162"/>
                  </a:cubicBezTo>
                  <a:cubicBezTo>
                    <a:pt x="163068" y="1270762"/>
                    <a:pt x="70739" y="1278001"/>
                    <a:pt x="0" y="1309878"/>
                  </a:cubicBezTo>
                  <a:cubicBezTo>
                    <a:pt x="44831" y="1373124"/>
                    <a:pt x="121031" y="1426083"/>
                    <a:pt x="214884" y="1451483"/>
                  </a:cubicBezTo>
                  <a:moveTo>
                    <a:pt x="2419858" y="759587"/>
                  </a:moveTo>
                  <a:cubicBezTo>
                    <a:pt x="2527427" y="573151"/>
                    <a:pt x="2588641" y="385064"/>
                    <a:pt x="2598674" y="237617"/>
                  </a:cubicBezTo>
                  <a:cubicBezTo>
                    <a:pt x="2475992" y="319786"/>
                    <a:pt x="2343658" y="466852"/>
                    <a:pt x="2236089" y="653415"/>
                  </a:cubicBezTo>
                  <a:cubicBezTo>
                    <a:pt x="2128520" y="839978"/>
                    <a:pt x="2067179" y="1028192"/>
                    <a:pt x="2057273" y="1175385"/>
                  </a:cubicBezTo>
                  <a:cubicBezTo>
                    <a:pt x="2179828" y="1093089"/>
                    <a:pt x="2312162" y="946023"/>
                    <a:pt x="2419858" y="759587"/>
                  </a:cubicBezTo>
                  <a:moveTo>
                    <a:pt x="1366647" y="1175258"/>
                  </a:moveTo>
                  <a:cubicBezTo>
                    <a:pt x="1356741" y="1027938"/>
                    <a:pt x="1295527" y="839851"/>
                    <a:pt x="1187831" y="653415"/>
                  </a:cubicBezTo>
                  <a:cubicBezTo>
                    <a:pt x="1080135" y="466979"/>
                    <a:pt x="947801" y="319913"/>
                    <a:pt x="825246" y="237617"/>
                  </a:cubicBezTo>
                  <a:cubicBezTo>
                    <a:pt x="835152" y="384937"/>
                    <a:pt x="896366" y="573024"/>
                    <a:pt x="1004062" y="759587"/>
                  </a:cubicBezTo>
                  <a:cubicBezTo>
                    <a:pt x="1111758" y="946150"/>
                    <a:pt x="1244092" y="1093216"/>
                    <a:pt x="1366647" y="1175385"/>
                  </a:cubicBezTo>
                  <a:moveTo>
                    <a:pt x="2019173" y="1596390"/>
                  </a:moveTo>
                  <a:lnTo>
                    <a:pt x="2082673" y="1590040"/>
                  </a:lnTo>
                  <a:cubicBezTo>
                    <a:pt x="2115312" y="1585722"/>
                    <a:pt x="2149094" y="1579753"/>
                    <a:pt x="2184146" y="1571879"/>
                  </a:cubicBezTo>
                  <a:cubicBezTo>
                    <a:pt x="2343531" y="1536446"/>
                    <a:pt x="2523744" y="1465453"/>
                    <a:pt x="2702941" y="1362075"/>
                  </a:cubicBezTo>
                  <a:cubicBezTo>
                    <a:pt x="2947289" y="1220978"/>
                    <a:pt x="3139821" y="1047750"/>
                    <a:pt x="3247898" y="887095"/>
                  </a:cubicBezTo>
                  <a:cubicBezTo>
                    <a:pt x="3054858" y="900049"/>
                    <a:pt x="2808351" y="980186"/>
                    <a:pt x="2563876" y="1121283"/>
                  </a:cubicBezTo>
                  <a:cubicBezTo>
                    <a:pt x="2319274" y="1262380"/>
                    <a:pt x="2126615" y="1435735"/>
                    <a:pt x="2019046" y="1596390"/>
                  </a:cubicBezTo>
                  <a:moveTo>
                    <a:pt x="1712087" y="0"/>
                  </a:moveTo>
                  <a:cubicBezTo>
                    <a:pt x="1567561" y="217551"/>
                    <a:pt x="1476375" y="535051"/>
                    <a:pt x="1476375" y="888365"/>
                  </a:cubicBezTo>
                  <a:cubicBezTo>
                    <a:pt x="1476375" y="1241933"/>
                    <a:pt x="1567561" y="1559560"/>
                    <a:pt x="1711960" y="1776857"/>
                  </a:cubicBezTo>
                  <a:cubicBezTo>
                    <a:pt x="1856359" y="1559433"/>
                    <a:pt x="1947418" y="1241806"/>
                    <a:pt x="1947418" y="888365"/>
                  </a:cubicBezTo>
                  <a:cubicBezTo>
                    <a:pt x="1947418" y="534924"/>
                    <a:pt x="1856486" y="217678"/>
                    <a:pt x="1712087" y="0"/>
                  </a:cubicBezTo>
                  <a:moveTo>
                    <a:pt x="720852" y="1361821"/>
                  </a:moveTo>
                  <a:cubicBezTo>
                    <a:pt x="900557" y="1465580"/>
                    <a:pt x="1081405" y="1536446"/>
                    <a:pt x="1241171" y="1571752"/>
                  </a:cubicBezTo>
                  <a:lnTo>
                    <a:pt x="1342644" y="1589786"/>
                  </a:lnTo>
                  <a:cubicBezTo>
                    <a:pt x="1363980" y="1592580"/>
                    <a:pt x="1384681" y="1594739"/>
                    <a:pt x="1404874" y="1596009"/>
                  </a:cubicBezTo>
                  <a:cubicBezTo>
                    <a:pt x="1297051" y="1435354"/>
                    <a:pt x="1104265" y="1262126"/>
                    <a:pt x="859917" y="1121029"/>
                  </a:cubicBezTo>
                  <a:cubicBezTo>
                    <a:pt x="615569" y="979932"/>
                    <a:pt x="369062" y="899795"/>
                    <a:pt x="176149" y="886714"/>
                  </a:cubicBezTo>
                  <a:cubicBezTo>
                    <a:pt x="283845" y="1047369"/>
                    <a:pt x="476504" y="1220724"/>
                    <a:pt x="720979" y="1361821"/>
                  </a:cubicBezTo>
                </a:path>
              </a:pathLst>
            </a:custGeom>
            <a:solidFill>
              <a:srgbClr val="DBA3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D0B68D8B-F89E-2D81-D2CF-8E0ACC83D147}"/>
                </a:ext>
              </a:extLst>
            </p:cNvPr>
            <p:cNvSpPr/>
            <p:nvPr/>
          </p:nvSpPr>
          <p:spPr>
            <a:xfrm>
              <a:off x="188087" y="2494788"/>
              <a:ext cx="1031875" cy="738251"/>
            </a:xfrm>
            <a:custGeom>
              <a:avLst/>
              <a:gdLst/>
              <a:ahLst/>
              <a:cxnLst/>
              <a:rect l="l" t="t" r="r" b="b"/>
              <a:pathLst>
                <a:path w="1031875" h="738251">
                  <a:moveTo>
                    <a:pt x="1031875" y="257175"/>
                  </a:moveTo>
                  <a:lnTo>
                    <a:pt x="550799" y="738251"/>
                  </a:lnTo>
                  <a:cubicBezTo>
                    <a:pt x="307721" y="546608"/>
                    <a:pt x="116205" y="292481"/>
                    <a:pt x="0" y="0"/>
                  </a:cubicBezTo>
                  <a:lnTo>
                    <a:pt x="805053" y="0"/>
                  </a:lnTo>
                  <a:cubicBezTo>
                    <a:pt x="865251" y="98298"/>
                    <a:pt x="942086" y="185420"/>
                    <a:pt x="1031875" y="257175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4583CD4-CD72-0968-2FA9-550E2AD4A543}"/>
                </a:ext>
              </a:extLst>
            </p:cNvPr>
            <p:cNvSpPr/>
            <p:nvPr/>
          </p:nvSpPr>
          <p:spPr>
            <a:xfrm>
              <a:off x="63500" y="1840230"/>
              <a:ext cx="1390904" cy="959612"/>
            </a:xfrm>
            <a:custGeom>
              <a:avLst/>
              <a:gdLst/>
              <a:ahLst/>
              <a:cxnLst/>
              <a:rect l="l" t="t" r="r" b="b"/>
              <a:pathLst>
                <a:path w="1390904" h="959612">
                  <a:moveTo>
                    <a:pt x="784733" y="139954"/>
                  </a:moveTo>
                  <a:cubicBezTo>
                    <a:pt x="784733" y="117348"/>
                    <a:pt x="803148" y="98933"/>
                    <a:pt x="825754" y="98933"/>
                  </a:cubicBezTo>
                  <a:cubicBezTo>
                    <a:pt x="848360" y="98933"/>
                    <a:pt x="866775" y="117348"/>
                    <a:pt x="866775" y="139954"/>
                  </a:cubicBezTo>
                  <a:cubicBezTo>
                    <a:pt x="866775" y="501650"/>
                    <a:pt x="1079754" y="814578"/>
                    <a:pt x="1387094" y="959612"/>
                  </a:cubicBezTo>
                  <a:lnTo>
                    <a:pt x="1387094" y="349377"/>
                  </a:lnTo>
                  <a:cubicBezTo>
                    <a:pt x="1387094" y="333756"/>
                    <a:pt x="1387348" y="316103"/>
                    <a:pt x="1387729" y="296799"/>
                  </a:cubicBezTo>
                  <a:cubicBezTo>
                    <a:pt x="1389126" y="217043"/>
                    <a:pt x="1390904" y="110490"/>
                    <a:pt x="1373505" y="4953"/>
                  </a:cubicBezTo>
                  <a:lnTo>
                    <a:pt x="1306703" y="0"/>
                  </a:lnTo>
                  <a:lnTo>
                    <a:pt x="0" y="0"/>
                  </a:lnTo>
                  <a:cubicBezTo>
                    <a:pt x="0" y="200279"/>
                    <a:pt x="33147" y="392811"/>
                    <a:pt x="94361" y="572389"/>
                  </a:cubicBezTo>
                  <a:lnTo>
                    <a:pt x="884555" y="572389"/>
                  </a:lnTo>
                  <a:cubicBezTo>
                    <a:pt x="820674" y="441579"/>
                    <a:pt x="784733" y="294894"/>
                    <a:pt x="784733" y="13995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995B662E-C5D3-C37F-9D2E-ACFD98C0D1CE}"/>
                </a:ext>
              </a:extLst>
            </p:cNvPr>
            <p:cNvSpPr/>
            <p:nvPr/>
          </p:nvSpPr>
          <p:spPr>
            <a:xfrm>
              <a:off x="1523111" y="1866011"/>
              <a:ext cx="272161" cy="1019175"/>
            </a:xfrm>
            <a:custGeom>
              <a:avLst/>
              <a:gdLst/>
              <a:ahLst/>
              <a:cxnLst/>
              <a:rect l="l" t="t" r="r" b="b"/>
              <a:pathLst>
                <a:path w="272161" h="1019175">
                  <a:moveTo>
                    <a:pt x="0" y="127"/>
                  </a:moveTo>
                  <a:cubicBezTo>
                    <a:pt x="12954" y="100457"/>
                    <a:pt x="11303" y="197485"/>
                    <a:pt x="10160" y="272415"/>
                  </a:cubicBezTo>
                  <a:lnTo>
                    <a:pt x="9525" y="323596"/>
                  </a:lnTo>
                  <a:lnTo>
                    <a:pt x="9525" y="967613"/>
                  </a:lnTo>
                  <a:cubicBezTo>
                    <a:pt x="92202" y="997331"/>
                    <a:pt x="180340" y="1014984"/>
                    <a:pt x="272161" y="1019175"/>
                  </a:cubicBezTo>
                  <a:lnTo>
                    <a:pt x="272161" y="248031"/>
                  </a:lnTo>
                  <a:cubicBezTo>
                    <a:pt x="219583" y="132334"/>
                    <a:pt x="121158" y="41910"/>
                    <a:pt x="0" y="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126F86E2-F70D-3DE6-2EC1-2EBE3D4D544C}"/>
                </a:ext>
              </a:extLst>
            </p:cNvPr>
            <p:cNvSpPr/>
            <p:nvPr/>
          </p:nvSpPr>
          <p:spPr>
            <a:xfrm>
              <a:off x="805053" y="2801239"/>
              <a:ext cx="990219" cy="812165"/>
            </a:xfrm>
            <a:custGeom>
              <a:avLst/>
              <a:gdLst/>
              <a:ahLst/>
              <a:cxnLst/>
              <a:rect l="l" t="t" r="r" b="b"/>
              <a:pathLst>
                <a:path w="990219" h="812165">
                  <a:moveTo>
                    <a:pt x="669290" y="98425"/>
                  </a:moveTo>
                  <a:lnTo>
                    <a:pt x="667766" y="97790"/>
                  </a:lnTo>
                  <a:cubicBezTo>
                    <a:pt x="601472" y="71501"/>
                    <a:pt x="539369" y="38735"/>
                    <a:pt x="481584" y="0"/>
                  </a:cubicBezTo>
                  <a:lnTo>
                    <a:pt x="0" y="481711"/>
                  </a:lnTo>
                  <a:cubicBezTo>
                    <a:pt x="280162" y="682625"/>
                    <a:pt x="621284" y="803783"/>
                    <a:pt x="990219" y="812165"/>
                  </a:cubicBezTo>
                  <a:lnTo>
                    <a:pt x="990219" y="165989"/>
                  </a:lnTo>
                  <a:cubicBezTo>
                    <a:pt x="879983" y="161544"/>
                    <a:pt x="774192" y="138938"/>
                    <a:pt x="676021" y="100838"/>
                  </a:cubicBezTo>
                  <a:lnTo>
                    <a:pt x="671449" y="99187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EA08D13-6199-9682-222B-901137662880}"/>
                </a:ext>
              </a:extLst>
            </p:cNvPr>
            <p:cNvSpPr/>
            <p:nvPr/>
          </p:nvSpPr>
          <p:spPr>
            <a:xfrm>
              <a:off x="1877314" y="1865503"/>
              <a:ext cx="274955" cy="1019683"/>
            </a:xfrm>
            <a:custGeom>
              <a:avLst/>
              <a:gdLst/>
              <a:ahLst/>
              <a:cxnLst/>
              <a:rect l="l" t="t" r="r" b="b"/>
              <a:pathLst>
                <a:path w="274955" h="1019683">
                  <a:moveTo>
                    <a:pt x="0" y="251587"/>
                  </a:moveTo>
                  <a:lnTo>
                    <a:pt x="0" y="1019683"/>
                  </a:lnTo>
                  <a:cubicBezTo>
                    <a:pt x="92710" y="1015619"/>
                    <a:pt x="181864" y="997331"/>
                    <a:pt x="265430" y="967105"/>
                  </a:cubicBezTo>
                  <a:lnTo>
                    <a:pt x="265430" y="324104"/>
                  </a:lnTo>
                  <a:cubicBezTo>
                    <a:pt x="265430" y="308864"/>
                    <a:pt x="265049" y="291719"/>
                    <a:pt x="264795" y="272923"/>
                  </a:cubicBezTo>
                  <a:cubicBezTo>
                    <a:pt x="263652" y="197739"/>
                    <a:pt x="262001" y="100457"/>
                    <a:pt x="274955" y="0"/>
                  </a:cubicBezTo>
                  <a:cubicBezTo>
                    <a:pt x="152146" y="42037"/>
                    <a:pt x="52451" y="133985"/>
                    <a:pt x="0" y="25158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126A655B-AB51-DBF9-1769-4D9EDA456FB4}"/>
                </a:ext>
              </a:extLst>
            </p:cNvPr>
            <p:cNvSpPr/>
            <p:nvPr/>
          </p:nvSpPr>
          <p:spPr>
            <a:xfrm>
              <a:off x="1877187" y="2800604"/>
              <a:ext cx="991616" cy="812800"/>
            </a:xfrm>
            <a:custGeom>
              <a:avLst/>
              <a:gdLst/>
              <a:ahLst/>
              <a:cxnLst/>
              <a:rect l="l" t="t" r="r" b="b"/>
              <a:pathLst>
                <a:path w="991616" h="812800">
                  <a:moveTo>
                    <a:pt x="330708" y="95123"/>
                  </a:moveTo>
                  <a:lnTo>
                    <a:pt x="318008" y="100203"/>
                  </a:lnTo>
                  <a:lnTo>
                    <a:pt x="310896" y="102870"/>
                  </a:lnTo>
                  <a:cubicBezTo>
                    <a:pt x="213614" y="140081"/>
                    <a:pt x="109220" y="162433"/>
                    <a:pt x="0" y="166751"/>
                  </a:cubicBezTo>
                  <a:lnTo>
                    <a:pt x="0" y="812800"/>
                  </a:lnTo>
                  <a:cubicBezTo>
                    <a:pt x="369443" y="804799"/>
                    <a:pt x="711073" y="683641"/>
                    <a:pt x="991616" y="482346"/>
                  </a:cubicBezTo>
                  <a:lnTo>
                    <a:pt x="509270" y="0"/>
                  </a:lnTo>
                  <a:cubicBezTo>
                    <a:pt x="453517" y="37592"/>
                    <a:pt x="393700" y="69596"/>
                    <a:pt x="330708" y="9525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173D1D48-A629-EDC7-0ADB-73DD44A1A9F7}"/>
                </a:ext>
              </a:extLst>
            </p:cNvPr>
            <p:cNvSpPr/>
            <p:nvPr/>
          </p:nvSpPr>
          <p:spPr>
            <a:xfrm>
              <a:off x="2453132" y="2494788"/>
              <a:ext cx="1032637" cy="738251"/>
            </a:xfrm>
            <a:custGeom>
              <a:avLst/>
              <a:gdLst/>
              <a:ahLst/>
              <a:cxnLst/>
              <a:rect l="l" t="t" r="r" b="b"/>
              <a:pathLst>
                <a:path w="1032637" h="738251">
                  <a:moveTo>
                    <a:pt x="127" y="256540"/>
                  </a:moveTo>
                  <a:lnTo>
                    <a:pt x="481838" y="738251"/>
                  </a:lnTo>
                  <a:cubicBezTo>
                    <a:pt x="724916" y="546481"/>
                    <a:pt x="916432" y="292481"/>
                    <a:pt x="1032637" y="0"/>
                  </a:cubicBezTo>
                  <a:lnTo>
                    <a:pt x="226187" y="0"/>
                  </a:lnTo>
                  <a:cubicBezTo>
                    <a:pt x="166116" y="98171"/>
                    <a:pt x="89535" y="185039"/>
                    <a:pt x="0" y="25654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6B04C9B4-9E2D-1B1D-644F-C5A990A8E49B}"/>
                </a:ext>
              </a:extLst>
            </p:cNvPr>
            <p:cNvSpPr/>
            <p:nvPr/>
          </p:nvSpPr>
          <p:spPr>
            <a:xfrm>
              <a:off x="2221103" y="1840357"/>
              <a:ext cx="1389507" cy="958342"/>
            </a:xfrm>
            <a:custGeom>
              <a:avLst/>
              <a:gdLst/>
              <a:ahLst/>
              <a:cxnLst/>
              <a:rect l="l" t="t" r="r" b="b"/>
              <a:pathLst>
                <a:path w="1389507" h="958342">
                  <a:moveTo>
                    <a:pt x="82550" y="0"/>
                  </a:moveTo>
                  <a:lnTo>
                    <a:pt x="17399" y="4572"/>
                  </a:lnTo>
                  <a:cubicBezTo>
                    <a:pt x="0" y="110109"/>
                    <a:pt x="1778" y="216916"/>
                    <a:pt x="3175" y="296799"/>
                  </a:cubicBezTo>
                  <a:lnTo>
                    <a:pt x="3810" y="349377"/>
                  </a:lnTo>
                  <a:lnTo>
                    <a:pt x="3810" y="958342"/>
                  </a:lnTo>
                  <a:cubicBezTo>
                    <a:pt x="309626" y="812673"/>
                    <a:pt x="521335" y="500507"/>
                    <a:pt x="521335" y="139954"/>
                  </a:cubicBezTo>
                  <a:cubicBezTo>
                    <a:pt x="521335" y="117348"/>
                    <a:pt x="539750" y="98933"/>
                    <a:pt x="562356" y="98933"/>
                  </a:cubicBezTo>
                  <a:cubicBezTo>
                    <a:pt x="584962" y="98933"/>
                    <a:pt x="603377" y="117348"/>
                    <a:pt x="603377" y="139954"/>
                  </a:cubicBezTo>
                  <a:cubicBezTo>
                    <a:pt x="603377" y="294894"/>
                    <a:pt x="567436" y="441706"/>
                    <a:pt x="503809" y="572389"/>
                  </a:cubicBezTo>
                  <a:lnTo>
                    <a:pt x="1295146" y="572389"/>
                  </a:lnTo>
                  <a:cubicBezTo>
                    <a:pt x="1356360" y="392811"/>
                    <a:pt x="1389507" y="200279"/>
                    <a:pt x="13895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651F87B3-0174-9DA7-3569-CBFA69A46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59690" y="9811481"/>
            <a:ext cx="2133600" cy="365125"/>
          </a:xfrm>
        </p:spPr>
        <p:txBody>
          <a:bodyPr/>
          <a:lstStyle/>
          <a:p>
            <a:r>
              <a:rPr lang="en-US" sz="1600" dirty="0">
                <a:solidFill>
                  <a:schemeClr val="bg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A1047-3D64-FF66-BDAF-303B35D63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A19A0FF-7868-291A-D5DE-434B3713A01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4BC70B6-72DE-C8EB-691A-1DD1346AB869}"/>
              </a:ext>
            </a:extLst>
          </p:cNvPr>
          <p:cNvGrpSpPr/>
          <p:nvPr/>
        </p:nvGrpSpPr>
        <p:grpSpPr>
          <a:xfrm>
            <a:off x="15201900" y="0"/>
            <a:ext cx="3086100" cy="10287000"/>
            <a:chOff x="0" y="0"/>
            <a:chExt cx="812800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3839C68-D51D-2CAD-C152-F5A7CFCE6815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42C989A-06CC-2436-E0CF-E7EB309D5C2D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F10DADB5-DE02-6D46-8A31-5C373E56928D}"/>
              </a:ext>
            </a:extLst>
          </p:cNvPr>
          <p:cNvSpPr txBox="1"/>
          <p:nvPr/>
        </p:nvSpPr>
        <p:spPr>
          <a:xfrm>
            <a:off x="1301856" y="1037882"/>
            <a:ext cx="4946928" cy="7496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GB" sz="4800" b="1" dirty="0">
                <a:solidFill>
                  <a:srgbClr val="1B277B"/>
                </a:solidFill>
                <a:latin typeface="Stencil" panose="040409050D0802020404" pitchFamily="82" charset="0"/>
                <a:cs typeface="Times New Roman" panose="02020603050405020304" pitchFamily="18" charset="0"/>
              </a:rPr>
              <a:t>INTRODUCTION</a:t>
            </a:r>
            <a:endParaRPr lang="en-US" sz="4800" b="1" dirty="0">
              <a:solidFill>
                <a:srgbClr val="1B277B"/>
              </a:solidFill>
              <a:latin typeface="Stencil" panose="040409050D0802020404" pitchFamily="82" charset="0"/>
              <a:cs typeface="Times New Roman" panose="02020603050405020304" pitchFamily="18" charset="0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8415E93A-BBED-3447-CD31-B2C18D394591}"/>
              </a:ext>
            </a:extLst>
          </p:cNvPr>
          <p:cNvSpPr/>
          <p:nvPr/>
        </p:nvSpPr>
        <p:spPr>
          <a:xfrm flipH="1">
            <a:off x="1028720" y="2186817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CF7C5FC1-9527-D46F-D1D5-B1433352F51D}"/>
              </a:ext>
            </a:extLst>
          </p:cNvPr>
          <p:cNvSpPr/>
          <p:nvPr/>
        </p:nvSpPr>
        <p:spPr>
          <a:xfrm flipV="1">
            <a:off x="1142944" y="1940059"/>
            <a:ext cx="5264752" cy="6138"/>
          </a:xfrm>
          <a:prstGeom prst="line">
            <a:avLst/>
          </a:prstGeom>
          <a:ln w="38100" cap="flat">
            <a:solidFill>
              <a:srgbClr val="1E0B9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>
              <a:ln>
                <a:solidFill>
                  <a:srgbClr val="1E0B93"/>
                </a:solidFill>
              </a:ln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C3B5EB3-1F69-65A3-F7EB-150A3A391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5568" y="9680004"/>
            <a:ext cx="6063952" cy="365126"/>
          </a:xfrm>
        </p:spPr>
        <p:txBody>
          <a:bodyPr/>
          <a:lstStyle/>
          <a:p>
            <a:r>
              <a:rPr lang="en-US" dirty="0"/>
              <a:t>Department Of Electronics And Communication Engineering</a:t>
            </a:r>
          </a:p>
        </p:txBody>
      </p:sp>
      <p:grpSp>
        <p:nvGrpSpPr>
          <p:cNvPr id="6" name="Group 11">
            <a:extLst>
              <a:ext uri="{FF2B5EF4-FFF2-40B4-BE49-F238E27FC236}">
                <a16:creationId xmlns:a16="http://schemas.microsoft.com/office/drawing/2014/main" id="{7CBF308A-DC6A-66C2-74FD-9C6FCFFF3699}"/>
              </a:ext>
            </a:extLst>
          </p:cNvPr>
          <p:cNvGrpSpPr>
            <a:grpSpLocks noChangeAspect="1"/>
          </p:cNvGrpSpPr>
          <p:nvPr/>
        </p:nvGrpSpPr>
        <p:grpSpPr>
          <a:xfrm>
            <a:off x="15999051" y="291406"/>
            <a:ext cx="1491797" cy="1492952"/>
            <a:chOff x="0" y="0"/>
            <a:chExt cx="3673970" cy="3676815"/>
          </a:xfrm>
        </p:grpSpPr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921030A1-A2CB-F4E6-8986-4C03A7459E78}"/>
                </a:ext>
              </a:extLst>
            </p:cNvPr>
            <p:cNvSpPr/>
            <p:nvPr/>
          </p:nvSpPr>
          <p:spPr>
            <a:xfrm>
              <a:off x="123825" y="63500"/>
              <a:ext cx="3426206" cy="1776857"/>
            </a:xfrm>
            <a:custGeom>
              <a:avLst/>
              <a:gdLst/>
              <a:ahLst/>
              <a:cxnLst/>
              <a:rect l="l" t="t" r="r" b="b"/>
              <a:pathLst>
                <a:path w="3426206" h="1776857">
                  <a:moveTo>
                    <a:pt x="2953766" y="1444371"/>
                  </a:moveTo>
                  <a:cubicBezTo>
                    <a:pt x="3024251" y="1476756"/>
                    <a:pt x="3116707" y="1484376"/>
                    <a:pt x="3210560" y="1459484"/>
                  </a:cubicBezTo>
                  <a:cubicBezTo>
                    <a:pt x="3304413" y="1434592"/>
                    <a:pt x="3380994" y="1382141"/>
                    <a:pt x="3426206" y="1319149"/>
                  </a:cubicBezTo>
                  <a:cubicBezTo>
                    <a:pt x="3355721" y="1286764"/>
                    <a:pt x="3263265" y="1279144"/>
                    <a:pt x="3169285" y="1304036"/>
                  </a:cubicBezTo>
                  <a:cubicBezTo>
                    <a:pt x="3075305" y="1328928"/>
                    <a:pt x="2998724" y="1381379"/>
                    <a:pt x="2953639" y="1444371"/>
                  </a:cubicBezTo>
                  <a:moveTo>
                    <a:pt x="2969260" y="522859"/>
                  </a:moveTo>
                  <a:cubicBezTo>
                    <a:pt x="2892044" y="530098"/>
                    <a:pt x="2808224" y="569595"/>
                    <a:pt x="2739263" y="638175"/>
                  </a:cubicBezTo>
                  <a:cubicBezTo>
                    <a:pt x="2670302" y="706755"/>
                    <a:pt x="2630297" y="790448"/>
                    <a:pt x="2622677" y="867537"/>
                  </a:cubicBezTo>
                  <a:cubicBezTo>
                    <a:pt x="2699893" y="860298"/>
                    <a:pt x="2783713" y="820801"/>
                    <a:pt x="2852674" y="752221"/>
                  </a:cubicBezTo>
                  <a:cubicBezTo>
                    <a:pt x="2921635" y="683641"/>
                    <a:pt x="2961640" y="600075"/>
                    <a:pt x="2969260" y="522859"/>
                  </a:cubicBezTo>
                  <a:moveTo>
                    <a:pt x="2189226" y="318643"/>
                  </a:moveTo>
                  <a:cubicBezTo>
                    <a:pt x="2214626" y="224790"/>
                    <a:pt x="2207387" y="132461"/>
                    <a:pt x="2175510" y="61722"/>
                  </a:cubicBezTo>
                  <a:cubicBezTo>
                    <a:pt x="2112264" y="106553"/>
                    <a:pt x="2059305" y="182753"/>
                    <a:pt x="2033905" y="276606"/>
                  </a:cubicBezTo>
                  <a:cubicBezTo>
                    <a:pt x="2008505" y="370459"/>
                    <a:pt x="2015744" y="462915"/>
                    <a:pt x="2047748" y="533527"/>
                  </a:cubicBezTo>
                  <a:cubicBezTo>
                    <a:pt x="2110994" y="488696"/>
                    <a:pt x="2163826" y="412496"/>
                    <a:pt x="2189226" y="318643"/>
                  </a:cubicBezTo>
                  <a:moveTo>
                    <a:pt x="1382776" y="531749"/>
                  </a:moveTo>
                  <a:cubicBezTo>
                    <a:pt x="1415161" y="461264"/>
                    <a:pt x="1422781" y="368808"/>
                    <a:pt x="1397889" y="274828"/>
                  </a:cubicBezTo>
                  <a:cubicBezTo>
                    <a:pt x="1372997" y="180848"/>
                    <a:pt x="1320546" y="104394"/>
                    <a:pt x="1257554" y="59182"/>
                  </a:cubicBezTo>
                  <a:cubicBezTo>
                    <a:pt x="1225169" y="129667"/>
                    <a:pt x="1217549" y="222123"/>
                    <a:pt x="1242441" y="316103"/>
                  </a:cubicBezTo>
                  <a:cubicBezTo>
                    <a:pt x="1267333" y="410083"/>
                    <a:pt x="1319784" y="486537"/>
                    <a:pt x="1382903" y="531749"/>
                  </a:cubicBezTo>
                  <a:moveTo>
                    <a:pt x="805942" y="862711"/>
                  </a:moveTo>
                  <a:cubicBezTo>
                    <a:pt x="798703" y="785495"/>
                    <a:pt x="759079" y="701675"/>
                    <a:pt x="690626" y="632714"/>
                  </a:cubicBezTo>
                  <a:cubicBezTo>
                    <a:pt x="622173" y="563753"/>
                    <a:pt x="538480" y="523748"/>
                    <a:pt x="461264" y="516128"/>
                  </a:cubicBezTo>
                  <a:cubicBezTo>
                    <a:pt x="468503" y="593344"/>
                    <a:pt x="508000" y="677291"/>
                    <a:pt x="576580" y="746125"/>
                  </a:cubicBezTo>
                  <a:cubicBezTo>
                    <a:pt x="645160" y="814959"/>
                    <a:pt x="728853" y="855091"/>
                    <a:pt x="806069" y="862711"/>
                  </a:cubicBezTo>
                  <a:moveTo>
                    <a:pt x="214884" y="1451483"/>
                  </a:moveTo>
                  <a:cubicBezTo>
                    <a:pt x="308737" y="1476883"/>
                    <a:pt x="401193" y="1469644"/>
                    <a:pt x="471805" y="1437640"/>
                  </a:cubicBezTo>
                  <a:cubicBezTo>
                    <a:pt x="426974" y="1374394"/>
                    <a:pt x="350774" y="1321562"/>
                    <a:pt x="256921" y="1296162"/>
                  </a:cubicBezTo>
                  <a:cubicBezTo>
                    <a:pt x="163068" y="1270762"/>
                    <a:pt x="70739" y="1278001"/>
                    <a:pt x="0" y="1309878"/>
                  </a:cubicBezTo>
                  <a:cubicBezTo>
                    <a:pt x="44831" y="1373124"/>
                    <a:pt x="121031" y="1426083"/>
                    <a:pt x="214884" y="1451483"/>
                  </a:cubicBezTo>
                  <a:moveTo>
                    <a:pt x="2419858" y="759587"/>
                  </a:moveTo>
                  <a:cubicBezTo>
                    <a:pt x="2527427" y="573151"/>
                    <a:pt x="2588641" y="385064"/>
                    <a:pt x="2598674" y="237617"/>
                  </a:cubicBezTo>
                  <a:cubicBezTo>
                    <a:pt x="2475992" y="319786"/>
                    <a:pt x="2343658" y="466852"/>
                    <a:pt x="2236089" y="653415"/>
                  </a:cubicBezTo>
                  <a:cubicBezTo>
                    <a:pt x="2128520" y="839978"/>
                    <a:pt x="2067179" y="1028192"/>
                    <a:pt x="2057273" y="1175385"/>
                  </a:cubicBezTo>
                  <a:cubicBezTo>
                    <a:pt x="2179828" y="1093089"/>
                    <a:pt x="2312162" y="946023"/>
                    <a:pt x="2419858" y="759587"/>
                  </a:cubicBezTo>
                  <a:moveTo>
                    <a:pt x="1366647" y="1175258"/>
                  </a:moveTo>
                  <a:cubicBezTo>
                    <a:pt x="1356741" y="1027938"/>
                    <a:pt x="1295527" y="839851"/>
                    <a:pt x="1187831" y="653415"/>
                  </a:cubicBezTo>
                  <a:cubicBezTo>
                    <a:pt x="1080135" y="466979"/>
                    <a:pt x="947801" y="319913"/>
                    <a:pt x="825246" y="237617"/>
                  </a:cubicBezTo>
                  <a:cubicBezTo>
                    <a:pt x="835152" y="384937"/>
                    <a:pt x="896366" y="573024"/>
                    <a:pt x="1004062" y="759587"/>
                  </a:cubicBezTo>
                  <a:cubicBezTo>
                    <a:pt x="1111758" y="946150"/>
                    <a:pt x="1244092" y="1093216"/>
                    <a:pt x="1366647" y="1175385"/>
                  </a:cubicBezTo>
                  <a:moveTo>
                    <a:pt x="2019173" y="1596390"/>
                  </a:moveTo>
                  <a:lnTo>
                    <a:pt x="2082673" y="1590040"/>
                  </a:lnTo>
                  <a:cubicBezTo>
                    <a:pt x="2115312" y="1585722"/>
                    <a:pt x="2149094" y="1579753"/>
                    <a:pt x="2184146" y="1571879"/>
                  </a:cubicBezTo>
                  <a:cubicBezTo>
                    <a:pt x="2343531" y="1536446"/>
                    <a:pt x="2523744" y="1465453"/>
                    <a:pt x="2702941" y="1362075"/>
                  </a:cubicBezTo>
                  <a:cubicBezTo>
                    <a:pt x="2947289" y="1220978"/>
                    <a:pt x="3139821" y="1047750"/>
                    <a:pt x="3247898" y="887095"/>
                  </a:cubicBezTo>
                  <a:cubicBezTo>
                    <a:pt x="3054858" y="900049"/>
                    <a:pt x="2808351" y="980186"/>
                    <a:pt x="2563876" y="1121283"/>
                  </a:cubicBezTo>
                  <a:cubicBezTo>
                    <a:pt x="2319274" y="1262380"/>
                    <a:pt x="2126615" y="1435735"/>
                    <a:pt x="2019046" y="1596390"/>
                  </a:cubicBezTo>
                  <a:moveTo>
                    <a:pt x="1712087" y="0"/>
                  </a:moveTo>
                  <a:cubicBezTo>
                    <a:pt x="1567561" y="217551"/>
                    <a:pt x="1476375" y="535051"/>
                    <a:pt x="1476375" y="888365"/>
                  </a:cubicBezTo>
                  <a:cubicBezTo>
                    <a:pt x="1476375" y="1241933"/>
                    <a:pt x="1567561" y="1559560"/>
                    <a:pt x="1711960" y="1776857"/>
                  </a:cubicBezTo>
                  <a:cubicBezTo>
                    <a:pt x="1856359" y="1559433"/>
                    <a:pt x="1947418" y="1241806"/>
                    <a:pt x="1947418" y="888365"/>
                  </a:cubicBezTo>
                  <a:cubicBezTo>
                    <a:pt x="1947418" y="534924"/>
                    <a:pt x="1856486" y="217678"/>
                    <a:pt x="1712087" y="0"/>
                  </a:cubicBezTo>
                  <a:moveTo>
                    <a:pt x="720852" y="1361821"/>
                  </a:moveTo>
                  <a:cubicBezTo>
                    <a:pt x="900557" y="1465580"/>
                    <a:pt x="1081405" y="1536446"/>
                    <a:pt x="1241171" y="1571752"/>
                  </a:cubicBezTo>
                  <a:lnTo>
                    <a:pt x="1342644" y="1589786"/>
                  </a:lnTo>
                  <a:cubicBezTo>
                    <a:pt x="1363980" y="1592580"/>
                    <a:pt x="1384681" y="1594739"/>
                    <a:pt x="1404874" y="1596009"/>
                  </a:cubicBezTo>
                  <a:cubicBezTo>
                    <a:pt x="1297051" y="1435354"/>
                    <a:pt x="1104265" y="1262126"/>
                    <a:pt x="859917" y="1121029"/>
                  </a:cubicBezTo>
                  <a:cubicBezTo>
                    <a:pt x="615569" y="979932"/>
                    <a:pt x="369062" y="899795"/>
                    <a:pt x="176149" y="886714"/>
                  </a:cubicBezTo>
                  <a:cubicBezTo>
                    <a:pt x="283845" y="1047369"/>
                    <a:pt x="476504" y="1220724"/>
                    <a:pt x="720979" y="1361821"/>
                  </a:cubicBezTo>
                </a:path>
              </a:pathLst>
            </a:custGeom>
            <a:solidFill>
              <a:srgbClr val="DBA3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664FD289-A824-3A7E-7051-6601FB66E2AD}"/>
                </a:ext>
              </a:extLst>
            </p:cNvPr>
            <p:cNvSpPr/>
            <p:nvPr/>
          </p:nvSpPr>
          <p:spPr>
            <a:xfrm>
              <a:off x="188087" y="2494788"/>
              <a:ext cx="1031875" cy="738251"/>
            </a:xfrm>
            <a:custGeom>
              <a:avLst/>
              <a:gdLst/>
              <a:ahLst/>
              <a:cxnLst/>
              <a:rect l="l" t="t" r="r" b="b"/>
              <a:pathLst>
                <a:path w="1031875" h="738251">
                  <a:moveTo>
                    <a:pt x="1031875" y="257175"/>
                  </a:moveTo>
                  <a:lnTo>
                    <a:pt x="550799" y="738251"/>
                  </a:lnTo>
                  <a:cubicBezTo>
                    <a:pt x="307721" y="546608"/>
                    <a:pt x="116205" y="292481"/>
                    <a:pt x="0" y="0"/>
                  </a:cubicBezTo>
                  <a:lnTo>
                    <a:pt x="805053" y="0"/>
                  </a:lnTo>
                  <a:cubicBezTo>
                    <a:pt x="865251" y="98298"/>
                    <a:pt x="942086" y="185420"/>
                    <a:pt x="1031875" y="257175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31B6F524-966F-21CC-1664-BDD930671FDA}"/>
                </a:ext>
              </a:extLst>
            </p:cNvPr>
            <p:cNvSpPr/>
            <p:nvPr/>
          </p:nvSpPr>
          <p:spPr>
            <a:xfrm>
              <a:off x="63500" y="1840230"/>
              <a:ext cx="1390904" cy="959612"/>
            </a:xfrm>
            <a:custGeom>
              <a:avLst/>
              <a:gdLst/>
              <a:ahLst/>
              <a:cxnLst/>
              <a:rect l="l" t="t" r="r" b="b"/>
              <a:pathLst>
                <a:path w="1390904" h="959612">
                  <a:moveTo>
                    <a:pt x="784733" y="139954"/>
                  </a:moveTo>
                  <a:cubicBezTo>
                    <a:pt x="784733" y="117348"/>
                    <a:pt x="803148" y="98933"/>
                    <a:pt x="825754" y="98933"/>
                  </a:cubicBezTo>
                  <a:cubicBezTo>
                    <a:pt x="848360" y="98933"/>
                    <a:pt x="866775" y="117348"/>
                    <a:pt x="866775" y="139954"/>
                  </a:cubicBezTo>
                  <a:cubicBezTo>
                    <a:pt x="866775" y="501650"/>
                    <a:pt x="1079754" y="814578"/>
                    <a:pt x="1387094" y="959612"/>
                  </a:cubicBezTo>
                  <a:lnTo>
                    <a:pt x="1387094" y="349377"/>
                  </a:lnTo>
                  <a:cubicBezTo>
                    <a:pt x="1387094" y="333756"/>
                    <a:pt x="1387348" y="316103"/>
                    <a:pt x="1387729" y="296799"/>
                  </a:cubicBezTo>
                  <a:cubicBezTo>
                    <a:pt x="1389126" y="217043"/>
                    <a:pt x="1390904" y="110490"/>
                    <a:pt x="1373505" y="4953"/>
                  </a:cubicBezTo>
                  <a:lnTo>
                    <a:pt x="1306703" y="0"/>
                  </a:lnTo>
                  <a:lnTo>
                    <a:pt x="0" y="0"/>
                  </a:lnTo>
                  <a:cubicBezTo>
                    <a:pt x="0" y="200279"/>
                    <a:pt x="33147" y="392811"/>
                    <a:pt x="94361" y="572389"/>
                  </a:cubicBezTo>
                  <a:lnTo>
                    <a:pt x="884555" y="572389"/>
                  </a:lnTo>
                  <a:cubicBezTo>
                    <a:pt x="820674" y="441579"/>
                    <a:pt x="784733" y="294894"/>
                    <a:pt x="784733" y="13995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704B2CBC-5B8A-3C89-402D-0F19D980C225}"/>
                </a:ext>
              </a:extLst>
            </p:cNvPr>
            <p:cNvSpPr/>
            <p:nvPr/>
          </p:nvSpPr>
          <p:spPr>
            <a:xfrm>
              <a:off x="1523111" y="1866011"/>
              <a:ext cx="272161" cy="1019175"/>
            </a:xfrm>
            <a:custGeom>
              <a:avLst/>
              <a:gdLst/>
              <a:ahLst/>
              <a:cxnLst/>
              <a:rect l="l" t="t" r="r" b="b"/>
              <a:pathLst>
                <a:path w="272161" h="1019175">
                  <a:moveTo>
                    <a:pt x="0" y="127"/>
                  </a:moveTo>
                  <a:cubicBezTo>
                    <a:pt x="12954" y="100457"/>
                    <a:pt x="11303" y="197485"/>
                    <a:pt x="10160" y="272415"/>
                  </a:cubicBezTo>
                  <a:lnTo>
                    <a:pt x="9525" y="323596"/>
                  </a:lnTo>
                  <a:lnTo>
                    <a:pt x="9525" y="967613"/>
                  </a:lnTo>
                  <a:cubicBezTo>
                    <a:pt x="92202" y="997331"/>
                    <a:pt x="180340" y="1014984"/>
                    <a:pt x="272161" y="1019175"/>
                  </a:cubicBezTo>
                  <a:lnTo>
                    <a:pt x="272161" y="248031"/>
                  </a:lnTo>
                  <a:cubicBezTo>
                    <a:pt x="219583" y="132334"/>
                    <a:pt x="121158" y="41910"/>
                    <a:pt x="0" y="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003C7182-6C94-9E6A-238E-4E42FDCA3D36}"/>
                </a:ext>
              </a:extLst>
            </p:cNvPr>
            <p:cNvSpPr/>
            <p:nvPr/>
          </p:nvSpPr>
          <p:spPr>
            <a:xfrm>
              <a:off x="805053" y="2801239"/>
              <a:ext cx="990219" cy="812165"/>
            </a:xfrm>
            <a:custGeom>
              <a:avLst/>
              <a:gdLst/>
              <a:ahLst/>
              <a:cxnLst/>
              <a:rect l="l" t="t" r="r" b="b"/>
              <a:pathLst>
                <a:path w="990219" h="812165">
                  <a:moveTo>
                    <a:pt x="669290" y="98425"/>
                  </a:moveTo>
                  <a:lnTo>
                    <a:pt x="667766" y="97790"/>
                  </a:lnTo>
                  <a:cubicBezTo>
                    <a:pt x="601472" y="71501"/>
                    <a:pt x="539369" y="38735"/>
                    <a:pt x="481584" y="0"/>
                  </a:cubicBezTo>
                  <a:lnTo>
                    <a:pt x="0" y="481711"/>
                  </a:lnTo>
                  <a:cubicBezTo>
                    <a:pt x="280162" y="682625"/>
                    <a:pt x="621284" y="803783"/>
                    <a:pt x="990219" y="812165"/>
                  </a:cubicBezTo>
                  <a:lnTo>
                    <a:pt x="990219" y="165989"/>
                  </a:lnTo>
                  <a:cubicBezTo>
                    <a:pt x="879983" y="161544"/>
                    <a:pt x="774192" y="138938"/>
                    <a:pt x="676021" y="100838"/>
                  </a:cubicBezTo>
                  <a:lnTo>
                    <a:pt x="671449" y="99187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518157A-2FC8-180F-ED5D-09498AF405F4}"/>
                </a:ext>
              </a:extLst>
            </p:cNvPr>
            <p:cNvSpPr/>
            <p:nvPr/>
          </p:nvSpPr>
          <p:spPr>
            <a:xfrm>
              <a:off x="1877314" y="1865503"/>
              <a:ext cx="274955" cy="1019683"/>
            </a:xfrm>
            <a:custGeom>
              <a:avLst/>
              <a:gdLst/>
              <a:ahLst/>
              <a:cxnLst/>
              <a:rect l="l" t="t" r="r" b="b"/>
              <a:pathLst>
                <a:path w="274955" h="1019683">
                  <a:moveTo>
                    <a:pt x="0" y="251587"/>
                  </a:moveTo>
                  <a:lnTo>
                    <a:pt x="0" y="1019683"/>
                  </a:lnTo>
                  <a:cubicBezTo>
                    <a:pt x="92710" y="1015619"/>
                    <a:pt x="181864" y="997331"/>
                    <a:pt x="265430" y="967105"/>
                  </a:cubicBezTo>
                  <a:lnTo>
                    <a:pt x="265430" y="324104"/>
                  </a:lnTo>
                  <a:cubicBezTo>
                    <a:pt x="265430" y="308864"/>
                    <a:pt x="265049" y="291719"/>
                    <a:pt x="264795" y="272923"/>
                  </a:cubicBezTo>
                  <a:cubicBezTo>
                    <a:pt x="263652" y="197739"/>
                    <a:pt x="262001" y="100457"/>
                    <a:pt x="274955" y="0"/>
                  </a:cubicBezTo>
                  <a:cubicBezTo>
                    <a:pt x="152146" y="42037"/>
                    <a:pt x="52451" y="133985"/>
                    <a:pt x="0" y="25158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86A24EC6-FCCC-BD35-7960-988E6EA97CCE}"/>
                </a:ext>
              </a:extLst>
            </p:cNvPr>
            <p:cNvSpPr/>
            <p:nvPr/>
          </p:nvSpPr>
          <p:spPr>
            <a:xfrm>
              <a:off x="1877187" y="2800604"/>
              <a:ext cx="991616" cy="812800"/>
            </a:xfrm>
            <a:custGeom>
              <a:avLst/>
              <a:gdLst/>
              <a:ahLst/>
              <a:cxnLst/>
              <a:rect l="l" t="t" r="r" b="b"/>
              <a:pathLst>
                <a:path w="991616" h="812800">
                  <a:moveTo>
                    <a:pt x="330708" y="95123"/>
                  </a:moveTo>
                  <a:lnTo>
                    <a:pt x="318008" y="100203"/>
                  </a:lnTo>
                  <a:lnTo>
                    <a:pt x="310896" y="102870"/>
                  </a:lnTo>
                  <a:cubicBezTo>
                    <a:pt x="213614" y="140081"/>
                    <a:pt x="109220" y="162433"/>
                    <a:pt x="0" y="166751"/>
                  </a:cubicBezTo>
                  <a:lnTo>
                    <a:pt x="0" y="812800"/>
                  </a:lnTo>
                  <a:cubicBezTo>
                    <a:pt x="369443" y="804799"/>
                    <a:pt x="711073" y="683641"/>
                    <a:pt x="991616" y="482346"/>
                  </a:cubicBezTo>
                  <a:lnTo>
                    <a:pt x="509270" y="0"/>
                  </a:lnTo>
                  <a:cubicBezTo>
                    <a:pt x="453517" y="37592"/>
                    <a:pt x="393700" y="69596"/>
                    <a:pt x="330708" y="9525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57D78725-F9BA-C3D8-B551-2190E5594B76}"/>
                </a:ext>
              </a:extLst>
            </p:cNvPr>
            <p:cNvSpPr/>
            <p:nvPr/>
          </p:nvSpPr>
          <p:spPr>
            <a:xfrm>
              <a:off x="2453132" y="2494788"/>
              <a:ext cx="1032637" cy="738251"/>
            </a:xfrm>
            <a:custGeom>
              <a:avLst/>
              <a:gdLst/>
              <a:ahLst/>
              <a:cxnLst/>
              <a:rect l="l" t="t" r="r" b="b"/>
              <a:pathLst>
                <a:path w="1032637" h="738251">
                  <a:moveTo>
                    <a:pt x="127" y="256540"/>
                  </a:moveTo>
                  <a:lnTo>
                    <a:pt x="481838" y="738251"/>
                  </a:lnTo>
                  <a:cubicBezTo>
                    <a:pt x="724916" y="546481"/>
                    <a:pt x="916432" y="292481"/>
                    <a:pt x="1032637" y="0"/>
                  </a:cubicBezTo>
                  <a:lnTo>
                    <a:pt x="226187" y="0"/>
                  </a:lnTo>
                  <a:cubicBezTo>
                    <a:pt x="166116" y="98171"/>
                    <a:pt x="89535" y="185039"/>
                    <a:pt x="0" y="25654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BCB1D56-B804-6459-BD92-DBAAD96AFB24}"/>
                </a:ext>
              </a:extLst>
            </p:cNvPr>
            <p:cNvSpPr/>
            <p:nvPr/>
          </p:nvSpPr>
          <p:spPr>
            <a:xfrm>
              <a:off x="2221103" y="1840357"/>
              <a:ext cx="1389507" cy="958342"/>
            </a:xfrm>
            <a:custGeom>
              <a:avLst/>
              <a:gdLst/>
              <a:ahLst/>
              <a:cxnLst/>
              <a:rect l="l" t="t" r="r" b="b"/>
              <a:pathLst>
                <a:path w="1389507" h="958342">
                  <a:moveTo>
                    <a:pt x="82550" y="0"/>
                  </a:moveTo>
                  <a:lnTo>
                    <a:pt x="17399" y="4572"/>
                  </a:lnTo>
                  <a:cubicBezTo>
                    <a:pt x="0" y="110109"/>
                    <a:pt x="1778" y="216916"/>
                    <a:pt x="3175" y="296799"/>
                  </a:cubicBezTo>
                  <a:lnTo>
                    <a:pt x="3810" y="349377"/>
                  </a:lnTo>
                  <a:lnTo>
                    <a:pt x="3810" y="958342"/>
                  </a:lnTo>
                  <a:cubicBezTo>
                    <a:pt x="309626" y="812673"/>
                    <a:pt x="521335" y="500507"/>
                    <a:pt x="521335" y="139954"/>
                  </a:cubicBezTo>
                  <a:cubicBezTo>
                    <a:pt x="521335" y="117348"/>
                    <a:pt x="539750" y="98933"/>
                    <a:pt x="562356" y="98933"/>
                  </a:cubicBezTo>
                  <a:cubicBezTo>
                    <a:pt x="584962" y="98933"/>
                    <a:pt x="603377" y="117348"/>
                    <a:pt x="603377" y="139954"/>
                  </a:cubicBezTo>
                  <a:cubicBezTo>
                    <a:pt x="603377" y="294894"/>
                    <a:pt x="567436" y="441706"/>
                    <a:pt x="503809" y="572389"/>
                  </a:cubicBezTo>
                  <a:lnTo>
                    <a:pt x="1295146" y="572389"/>
                  </a:lnTo>
                  <a:cubicBezTo>
                    <a:pt x="1356360" y="392811"/>
                    <a:pt x="1389507" y="200279"/>
                    <a:pt x="13895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BCD49B4C-CAA7-245A-6190-8E3BD8AF0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24835" y="951805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1600" smtClean="0">
                <a:solidFill>
                  <a:schemeClr val="bg1"/>
                </a:solidFill>
              </a:rPr>
              <a:pPr/>
              <a:t>3</a:t>
            </a:fld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67CB81-5F96-6A9D-8DE8-2F922F6266CA}"/>
              </a:ext>
            </a:extLst>
          </p:cNvPr>
          <p:cNvSpPr txBox="1"/>
          <p:nvPr/>
        </p:nvSpPr>
        <p:spPr>
          <a:xfrm>
            <a:off x="796194" y="2561260"/>
            <a:ext cx="1360951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Conventional lathe machines are widely used in small and medium manufacturing industries, but they rely heavily on operator experience to judge machine condition and tool health.</a:t>
            </a:r>
          </a:p>
          <a:p>
            <a:pPr algn="just">
              <a:lnSpc>
                <a:spcPct val="150000"/>
              </a:lnSpc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Lack of real-time indication of abnormal cutting conditions often leads to tool damage, poor surface finish, material wastage, and safety risks.</a:t>
            </a:r>
          </a:p>
          <a:p>
            <a:pPr algn="just">
              <a:lnSpc>
                <a:spcPct val="150000"/>
              </a:lnSpc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There is a need for a low-cost, external monitoring solution that can provide early warnings without modifying existing lathe machines.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4808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403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1028720" y="952500"/>
            <a:ext cx="3255770" cy="589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 dirty="0">
                <a:solidFill>
                  <a:srgbClr val="000000"/>
                </a:solidFill>
                <a:latin typeface="Lato Bold"/>
              </a:rPr>
              <a:t>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03281" y="408429"/>
            <a:ext cx="7115148" cy="7496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1B277B"/>
                </a:solidFill>
                <a:latin typeface="Stencil" panose="040409050D0802020404" pitchFamily="82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5" name="AutoShape 5"/>
          <p:cNvSpPr/>
          <p:nvPr/>
        </p:nvSpPr>
        <p:spPr>
          <a:xfrm flipH="1">
            <a:off x="1028720" y="2186817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15272919" y="-41076"/>
            <a:ext cx="3086100" cy="10657165"/>
            <a:chOff x="0" y="0"/>
            <a:chExt cx="812800" cy="27093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2689252" y="8937335"/>
            <a:ext cx="2087283" cy="521821"/>
          </a:xfrm>
          <a:custGeom>
            <a:avLst/>
            <a:gdLst/>
            <a:ahLst/>
            <a:cxnLst/>
            <a:rect l="l" t="t" r="r" b="b"/>
            <a:pathLst>
              <a:path w="2087283" h="521821">
                <a:moveTo>
                  <a:pt x="0" y="0"/>
                </a:moveTo>
                <a:lnTo>
                  <a:pt x="2087282" y="0"/>
                </a:lnTo>
                <a:lnTo>
                  <a:pt x="2087282" y="521821"/>
                </a:lnTo>
                <a:lnTo>
                  <a:pt x="0" y="521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TextBox 27"/>
          <p:cNvSpPr txBox="1"/>
          <p:nvPr/>
        </p:nvSpPr>
        <p:spPr>
          <a:xfrm>
            <a:off x="428564" y="2857484"/>
            <a:ext cx="6143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AutoShape 2" descr="Hana's Tips &amp; Tricks - References">
            <a:extLst>
              <a:ext uri="{FF2B5EF4-FFF2-40B4-BE49-F238E27FC236}">
                <a16:creationId xmlns:a16="http://schemas.microsoft.com/office/drawing/2014/main" id="{C44CD50F-F42D-549B-2B57-1821D12F15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5A827EE-D8F8-F112-0CC9-DC56BC9D3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1672" y="9459156"/>
            <a:ext cx="4364632" cy="600575"/>
          </a:xfrm>
        </p:spPr>
        <p:txBody>
          <a:bodyPr/>
          <a:lstStyle/>
          <a:p>
            <a:r>
              <a:rPr lang="en-US" dirty="0"/>
              <a:t>Department Of Electronics And Communication Engineering</a:t>
            </a:r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67A35817-38FB-A80A-6CA3-3D7AA2E10E27}"/>
              </a:ext>
            </a:extLst>
          </p:cNvPr>
          <p:cNvSpPr/>
          <p:nvPr/>
        </p:nvSpPr>
        <p:spPr>
          <a:xfrm>
            <a:off x="756098" y="1177869"/>
            <a:ext cx="3528392" cy="1"/>
          </a:xfrm>
          <a:prstGeom prst="line">
            <a:avLst/>
          </a:prstGeom>
          <a:ln w="38100" cap="flat">
            <a:solidFill>
              <a:srgbClr val="1E0B9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>
              <a:ln>
                <a:solidFill>
                  <a:srgbClr val="1E0B93"/>
                </a:solidFill>
              </a:ln>
            </a:endParaRPr>
          </a:p>
        </p:txBody>
      </p:sp>
      <p:grpSp>
        <p:nvGrpSpPr>
          <p:cNvPr id="10" name="Group 11">
            <a:extLst>
              <a:ext uri="{FF2B5EF4-FFF2-40B4-BE49-F238E27FC236}">
                <a16:creationId xmlns:a16="http://schemas.microsoft.com/office/drawing/2014/main" id="{582CF427-DA66-57AE-7FF6-77E7D90142A9}"/>
              </a:ext>
            </a:extLst>
          </p:cNvPr>
          <p:cNvGrpSpPr>
            <a:grpSpLocks noChangeAspect="1"/>
          </p:cNvGrpSpPr>
          <p:nvPr/>
        </p:nvGrpSpPr>
        <p:grpSpPr>
          <a:xfrm>
            <a:off x="15981387" y="446119"/>
            <a:ext cx="1491797" cy="1492952"/>
            <a:chOff x="0" y="0"/>
            <a:chExt cx="3673970" cy="3676815"/>
          </a:xfrm>
        </p:grpSpPr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F47BACF8-5677-2E6F-C11B-F41D1760D1D6}"/>
                </a:ext>
              </a:extLst>
            </p:cNvPr>
            <p:cNvSpPr/>
            <p:nvPr/>
          </p:nvSpPr>
          <p:spPr>
            <a:xfrm>
              <a:off x="123825" y="63500"/>
              <a:ext cx="3426206" cy="1776857"/>
            </a:xfrm>
            <a:custGeom>
              <a:avLst/>
              <a:gdLst/>
              <a:ahLst/>
              <a:cxnLst/>
              <a:rect l="l" t="t" r="r" b="b"/>
              <a:pathLst>
                <a:path w="3426206" h="1776857">
                  <a:moveTo>
                    <a:pt x="2953766" y="1444371"/>
                  </a:moveTo>
                  <a:cubicBezTo>
                    <a:pt x="3024251" y="1476756"/>
                    <a:pt x="3116707" y="1484376"/>
                    <a:pt x="3210560" y="1459484"/>
                  </a:cubicBezTo>
                  <a:cubicBezTo>
                    <a:pt x="3304413" y="1434592"/>
                    <a:pt x="3380994" y="1382141"/>
                    <a:pt x="3426206" y="1319149"/>
                  </a:cubicBezTo>
                  <a:cubicBezTo>
                    <a:pt x="3355721" y="1286764"/>
                    <a:pt x="3263265" y="1279144"/>
                    <a:pt x="3169285" y="1304036"/>
                  </a:cubicBezTo>
                  <a:cubicBezTo>
                    <a:pt x="3075305" y="1328928"/>
                    <a:pt x="2998724" y="1381379"/>
                    <a:pt x="2953639" y="1444371"/>
                  </a:cubicBezTo>
                  <a:moveTo>
                    <a:pt x="2969260" y="522859"/>
                  </a:moveTo>
                  <a:cubicBezTo>
                    <a:pt x="2892044" y="530098"/>
                    <a:pt x="2808224" y="569595"/>
                    <a:pt x="2739263" y="638175"/>
                  </a:cubicBezTo>
                  <a:cubicBezTo>
                    <a:pt x="2670302" y="706755"/>
                    <a:pt x="2630297" y="790448"/>
                    <a:pt x="2622677" y="867537"/>
                  </a:cubicBezTo>
                  <a:cubicBezTo>
                    <a:pt x="2699893" y="860298"/>
                    <a:pt x="2783713" y="820801"/>
                    <a:pt x="2852674" y="752221"/>
                  </a:cubicBezTo>
                  <a:cubicBezTo>
                    <a:pt x="2921635" y="683641"/>
                    <a:pt x="2961640" y="600075"/>
                    <a:pt x="2969260" y="522859"/>
                  </a:cubicBezTo>
                  <a:moveTo>
                    <a:pt x="2189226" y="318643"/>
                  </a:moveTo>
                  <a:cubicBezTo>
                    <a:pt x="2214626" y="224790"/>
                    <a:pt x="2207387" y="132461"/>
                    <a:pt x="2175510" y="61722"/>
                  </a:cubicBezTo>
                  <a:cubicBezTo>
                    <a:pt x="2112264" y="106553"/>
                    <a:pt x="2059305" y="182753"/>
                    <a:pt x="2033905" y="276606"/>
                  </a:cubicBezTo>
                  <a:cubicBezTo>
                    <a:pt x="2008505" y="370459"/>
                    <a:pt x="2015744" y="462915"/>
                    <a:pt x="2047748" y="533527"/>
                  </a:cubicBezTo>
                  <a:cubicBezTo>
                    <a:pt x="2110994" y="488696"/>
                    <a:pt x="2163826" y="412496"/>
                    <a:pt x="2189226" y="318643"/>
                  </a:cubicBezTo>
                  <a:moveTo>
                    <a:pt x="1382776" y="531749"/>
                  </a:moveTo>
                  <a:cubicBezTo>
                    <a:pt x="1415161" y="461264"/>
                    <a:pt x="1422781" y="368808"/>
                    <a:pt x="1397889" y="274828"/>
                  </a:cubicBezTo>
                  <a:cubicBezTo>
                    <a:pt x="1372997" y="180848"/>
                    <a:pt x="1320546" y="104394"/>
                    <a:pt x="1257554" y="59182"/>
                  </a:cubicBezTo>
                  <a:cubicBezTo>
                    <a:pt x="1225169" y="129667"/>
                    <a:pt x="1217549" y="222123"/>
                    <a:pt x="1242441" y="316103"/>
                  </a:cubicBezTo>
                  <a:cubicBezTo>
                    <a:pt x="1267333" y="410083"/>
                    <a:pt x="1319784" y="486537"/>
                    <a:pt x="1382903" y="531749"/>
                  </a:cubicBezTo>
                  <a:moveTo>
                    <a:pt x="805942" y="862711"/>
                  </a:moveTo>
                  <a:cubicBezTo>
                    <a:pt x="798703" y="785495"/>
                    <a:pt x="759079" y="701675"/>
                    <a:pt x="690626" y="632714"/>
                  </a:cubicBezTo>
                  <a:cubicBezTo>
                    <a:pt x="622173" y="563753"/>
                    <a:pt x="538480" y="523748"/>
                    <a:pt x="461264" y="516128"/>
                  </a:cubicBezTo>
                  <a:cubicBezTo>
                    <a:pt x="468503" y="593344"/>
                    <a:pt x="508000" y="677291"/>
                    <a:pt x="576580" y="746125"/>
                  </a:cubicBezTo>
                  <a:cubicBezTo>
                    <a:pt x="645160" y="814959"/>
                    <a:pt x="728853" y="855091"/>
                    <a:pt x="806069" y="862711"/>
                  </a:cubicBezTo>
                  <a:moveTo>
                    <a:pt x="214884" y="1451483"/>
                  </a:moveTo>
                  <a:cubicBezTo>
                    <a:pt x="308737" y="1476883"/>
                    <a:pt x="401193" y="1469644"/>
                    <a:pt x="471805" y="1437640"/>
                  </a:cubicBezTo>
                  <a:cubicBezTo>
                    <a:pt x="426974" y="1374394"/>
                    <a:pt x="350774" y="1321562"/>
                    <a:pt x="256921" y="1296162"/>
                  </a:cubicBezTo>
                  <a:cubicBezTo>
                    <a:pt x="163068" y="1270762"/>
                    <a:pt x="70739" y="1278001"/>
                    <a:pt x="0" y="1309878"/>
                  </a:cubicBezTo>
                  <a:cubicBezTo>
                    <a:pt x="44831" y="1373124"/>
                    <a:pt x="121031" y="1426083"/>
                    <a:pt x="214884" y="1451483"/>
                  </a:cubicBezTo>
                  <a:moveTo>
                    <a:pt x="2419858" y="759587"/>
                  </a:moveTo>
                  <a:cubicBezTo>
                    <a:pt x="2527427" y="573151"/>
                    <a:pt x="2588641" y="385064"/>
                    <a:pt x="2598674" y="237617"/>
                  </a:cubicBezTo>
                  <a:cubicBezTo>
                    <a:pt x="2475992" y="319786"/>
                    <a:pt x="2343658" y="466852"/>
                    <a:pt x="2236089" y="653415"/>
                  </a:cubicBezTo>
                  <a:cubicBezTo>
                    <a:pt x="2128520" y="839978"/>
                    <a:pt x="2067179" y="1028192"/>
                    <a:pt x="2057273" y="1175385"/>
                  </a:cubicBezTo>
                  <a:cubicBezTo>
                    <a:pt x="2179828" y="1093089"/>
                    <a:pt x="2312162" y="946023"/>
                    <a:pt x="2419858" y="759587"/>
                  </a:cubicBezTo>
                  <a:moveTo>
                    <a:pt x="1366647" y="1175258"/>
                  </a:moveTo>
                  <a:cubicBezTo>
                    <a:pt x="1356741" y="1027938"/>
                    <a:pt x="1295527" y="839851"/>
                    <a:pt x="1187831" y="653415"/>
                  </a:cubicBezTo>
                  <a:cubicBezTo>
                    <a:pt x="1080135" y="466979"/>
                    <a:pt x="947801" y="319913"/>
                    <a:pt x="825246" y="237617"/>
                  </a:cubicBezTo>
                  <a:cubicBezTo>
                    <a:pt x="835152" y="384937"/>
                    <a:pt x="896366" y="573024"/>
                    <a:pt x="1004062" y="759587"/>
                  </a:cubicBezTo>
                  <a:cubicBezTo>
                    <a:pt x="1111758" y="946150"/>
                    <a:pt x="1244092" y="1093216"/>
                    <a:pt x="1366647" y="1175385"/>
                  </a:cubicBezTo>
                  <a:moveTo>
                    <a:pt x="2019173" y="1596390"/>
                  </a:moveTo>
                  <a:lnTo>
                    <a:pt x="2082673" y="1590040"/>
                  </a:lnTo>
                  <a:cubicBezTo>
                    <a:pt x="2115312" y="1585722"/>
                    <a:pt x="2149094" y="1579753"/>
                    <a:pt x="2184146" y="1571879"/>
                  </a:cubicBezTo>
                  <a:cubicBezTo>
                    <a:pt x="2343531" y="1536446"/>
                    <a:pt x="2523744" y="1465453"/>
                    <a:pt x="2702941" y="1362075"/>
                  </a:cubicBezTo>
                  <a:cubicBezTo>
                    <a:pt x="2947289" y="1220978"/>
                    <a:pt x="3139821" y="1047750"/>
                    <a:pt x="3247898" y="887095"/>
                  </a:cubicBezTo>
                  <a:cubicBezTo>
                    <a:pt x="3054858" y="900049"/>
                    <a:pt x="2808351" y="980186"/>
                    <a:pt x="2563876" y="1121283"/>
                  </a:cubicBezTo>
                  <a:cubicBezTo>
                    <a:pt x="2319274" y="1262380"/>
                    <a:pt x="2126615" y="1435735"/>
                    <a:pt x="2019046" y="1596390"/>
                  </a:cubicBezTo>
                  <a:moveTo>
                    <a:pt x="1712087" y="0"/>
                  </a:moveTo>
                  <a:cubicBezTo>
                    <a:pt x="1567561" y="217551"/>
                    <a:pt x="1476375" y="535051"/>
                    <a:pt x="1476375" y="888365"/>
                  </a:cubicBezTo>
                  <a:cubicBezTo>
                    <a:pt x="1476375" y="1241933"/>
                    <a:pt x="1567561" y="1559560"/>
                    <a:pt x="1711960" y="1776857"/>
                  </a:cubicBezTo>
                  <a:cubicBezTo>
                    <a:pt x="1856359" y="1559433"/>
                    <a:pt x="1947418" y="1241806"/>
                    <a:pt x="1947418" y="888365"/>
                  </a:cubicBezTo>
                  <a:cubicBezTo>
                    <a:pt x="1947418" y="534924"/>
                    <a:pt x="1856486" y="217678"/>
                    <a:pt x="1712087" y="0"/>
                  </a:cubicBezTo>
                  <a:moveTo>
                    <a:pt x="720852" y="1361821"/>
                  </a:moveTo>
                  <a:cubicBezTo>
                    <a:pt x="900557" y="1465580"/>
                    <a:pt x="1081405" y="1536446"/>
                    <a:pt x="1241171" y="1571752"/>
                  </a:cubicBezTo>
                  <a:lnTo>
                    <a:pt x="1342644" y="1589786"/>
                  </a:lnTo>
                  <a:cubicBezTo>
                    <a:pt x="1363980" y="1592580"/>
                    <a:pt x="1384681" y="1594739"/>
                    <a:pt x="1404874" y="1596009"/>
                  </a:cubicBezTo>
                  <a:cubicBezTo>
                    <a:pt x="1297051" y="1435354"/>
                    <a:pt x="1104265" y="1262126"/>
                    <a:pt x="859917" y="1121029"/>
                  </a:cubicBezTo>
                  <a:cubicBezTo>
                    <a:pt x="615569" y="979932"/>
                    <a:pt x="369062" y="899795"/>
                    <a:pt x="176149" y="886714"/>
                  </a:cubicBezTo>
                  <a:cubicBezTo>
                    <a:pt x="283845" y="1047369"/>
                    <a:pt x="476504" y="1220724"/>
                    <a:pt x="720979" y="1361821"/>
                  </a:cubicBezTo>
                </a:path>
              </a:pathLst>
            </a:custGeom>
            <a:solidFill>
              <a:srgbClr val="DBA3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48AB0A50-5262-2E82-7137-9E87F4E26B85}"/>
                </a:ext>
              </a:extLst>
            </p:cNvPr>
            <p:cNvSpPr/>
            <p:nvPr/>
          </p:nvSpPr>
          <p:spPr>
            <a:xfrm>
              <a:off x="188087" y="2494788"/>
              <a:ext cx="1031875" cy="738251"/>
            </a:xfrm>
            <a:custGeom>
              <a:avLst/>
              <a:gdLst/>
              <a:ahLst/>
              <a:cxnLst/>
              <a:rect l="l" t="t" r="r" b="b"/>
              <a:pathLst>
                <a:path w="1031875" h="738251">
                  <a:moveTo>
                    <a:pt x="1031875" y="257175"/>
                  </a:moveTo>
                  <a:lnTo>
                    <a:pt x="550799" y="738251"/>
                  </a:lnTo>
                  <a:cubicBezTo>
                    <a:pt x="307721" y="546608"/>
                    <a:pt x="116205" y="292481"/>
                    <a:pt x="0" y="0"/>
                  </a:cubicBezTo>
                  <a:lnTo>
                    <a:pt x="805053" y="0"/>
                  </a:lnTo>
                  <a:cubicBezTo>
                    <a:pt x="865251" y="98298"/>
                    <a:pt x="942086" y="185420"/>
                    <a:pt x="1031875" y="257175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DB320FAE-EE81-9129-7027-FD2E10AEC295}"/>
                </a:ext>
              </a:extLst>
            </p:cNvPr>
            <p:cNvSpPr/>
            <p:nvPr/>
          </p:nvSpPr>
          <p:spPr>
            <a:xfrm>
              <a:off x="63500" y="1840230"/>
              <a:ext cx="1390904" cy="959612"/>
            </a:xfrm>
            <a:custGeom>
              <a:avLst/>
              <a:gdLst/>
              <a:ahLst/>
              <a:cxnLst/>
              <a:rect l="l" t="t" r="r" b="b"/>
              <a:pathLst>
                <a:path w="1390904" h="959612">
                  <a:moveTo>
                    <a:pt x="784733" y="139954"/>
                  </a:moveTo>
                  <a:cubicBezTo>
                    <a:pt x="784733" y="117348"/>
                    <a:pt x="803148" y="98933"/>
                    <a:pt x="825754" y="98933"/>
                  </a:cubicBezTo>
                  <a:cubicBezTo>
                    <a:pt x="848360" y="98933"/>
                    <a:pt x="866775" y="117348"/>
                    <a:pt x="866775" y="139954"/>
                  </a:cubicBezTo>
                  <a:cubicBezTo>
                    <a:pt x="866775" y="501650"/>
                    <a:pt x="1079754" y="814578"/>
                    <a:pt x="1387094" y="959612"/>
                  </a:cubicBezTo>
                  <a:lnTo>
                    <a:pt x="1387094" y="349377"/>
                  </a:lnTo>
                  <a:cubicBezTo>
                    <a:pt x="1387094" y="333756"/>
                    <a:pt x="1387348" y="316103"/>
                    <a:pt x="1387729" y="296799"/>
                  </a:cubicBezTo>
                  <a:cubicBezTo>
                    <a:pt x="1389126" y="217043"/>
                    <a:pt x="1390904" y="110490"/>
                    <a:pt x="1373505" y="4953"/>
                  </a:cubicBezTo>
                  <a:lnTo>
                    <a:pt x="1306703" y="0"/>
                  </a:lnTo>
                  <a:lnTo>
                    <a:pt x="0" y="0"/>
                  </a:lnTo>
                  <a:cubicBezTo>
                    <a:pt x="0" y="200279"/>
                    <a:pt x="33147" y="392811"/>
                    <a:pt x="94361" y="572389"/>
                  </a:cubicBezTo>
                  <a:lnTo>
                    <a:pt x="884555" y="572389"/>
                  </a:lnTo>
                  <a:cubicBezTo>
                    <a:pt x="820674" y="441579"/>
                    <a:pt x="784733" y="294894"/>
                    <a:pt x="784733" y="13995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F08CAD7F-5D92-63F2-EFAA-45EF20600B2E}"/>
                </a:ext>
              </a:extLst>
            </p:cNvPr>
            <p:cNvSpPr/>
            <p:nvPr/>
          </p:nvSpPr>
          <p:spPr>
            <a:xfrm>
              <a:off x="1523111" y="1866011"/>
              <a:ext cx="272161" cy="1019175"/>
            </a:xfrm>
            <a:custGeom>
              <a:avLst/>
              <a:gdLst/>
              <a:ahLst/>
              <a:cxnLst/>
              <a:rect l="l" t="t" r="r" b="b"/>
              <a:pathLst>
                <a:path w="272161" h="1019175">
                  <a:moveTo>
                    <a:pt x="0" y="127"/>
                  </a:moveTo>
                  <a:cubicBezTo>
                    <a:pt x="12954" y="100457"/>
                    <a:pt x="11303" y="197485"/>
                    <a:pt x="10160" y="272415"/>
                  </a:cubicBezTo>
                  <a:lnTo>
                    <a:pt x="9525" y="323596"/>
                  </a:lnTo>
                  <a:lnTo>
                    <a:pt x="9525" y="967613"/>
                  </a:lnTo>
                  <a:cubicBezTo>
                    <a:pt x="92202" y="997331"/>
                    <a:pt x="180340" y="1014984"/>
                    <a:pt x="272161" y="1019175"/>
                  </a:cubicBezTo>
                  <a:lnTo>
                    <a:pt x="272161" y="248031"/>
                  </a:lnTo>
                  <a:cubicBezTo>
                    <a:pt x="219583" y="132334"/>
                    <a:pt x="121158" y="41910"/>
                    <a:pt x="0" y="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183544C9-EC59-DE9D-623E-A426263BC4E9}"/>
                </a:ext>
              </a:extLst>
            </p:cNvPr>
            <p:cNvSpPr/>
            <p:nvPr/>
          </p:nvSpPr>
          <p:spPr>
            <a:xfrm>
              <a:off x="805053" y="2801239"/>
              <a:ext cx="990219" cy="812165"/>
            </a:xfrm>
            <a:custGeom>
              <a:avLst/>
              <a:gdLst/>
              <a:ahLst/>
              <a:cxnLst/>
              <a:rect l="l" t="t" r="r" b="b"/>
              <a:pathLst>
                <a:path w="990219" h="812165">
                  <a:moveTo>
                    <a:pt x="669290" y="98425"/>
                  </a:moveTo>
                  <a:lnTo>
                    <a:pt x="667766" y="97790"/>
                  </a:lnTo>
                  <a:cubicBezTo>
                    <a:pt x="601472" y="71501"/>
                    <a:pt x="539369" y="38735"/>
                    <a:pt x="481584" y="0"/>
                  </a:cubicBezTo>
                  <a:lnTo>
                    <a:pt x="0" y="481711"/>
                  </a:lnTo>
                  <a:cubicBezTo>
                    <a:pt x="280162" y="682625"/>
                    <a:pt x="621284" y="803783"/>
                    <a:pt x="990219" y="812165"/>
                  </a:cubicBezTo>
                  <a:lnTo>
                    <a:pt x="990219" y="165989"/>
                  </a:lnTo>
                  <a:cubicBezTo>
                    <a:pt x="879983" y="161544"/>
                    <a:pt x="774192" y="138938"/>
                    <a:pt x="676021" y="100838"/>
                  </a:cubicBezTo>
                  <a:lnTo>
                    <a:pt x="671449" y="99187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AA327115-C5F1-076B-22C4-34D65BF4D8B8}"/>
                </a:ext>
              </a:extLst>
            </p:cNvPr>
            <p:cNvSpPr/>
            <p:nvPr/>
          </p:nvSpPr>
          <p:spPr>
            <a:xfrm>
              <a:off x="1877314" y="1865503"/>
              <a:ext cx="274955" cy="1019683"/>
            </a:xfrm>
            <a:custGeom>
              <a:avLst/>
              <a:gdLst/>
              <a:ahLst/>
              <a:cxnLst/>
              <a:rect l="l" t="t" r="r" b="b"/>
              <a:pathLst>
                <a:path w="274955" h="1019683">
                  <a:moveTo>
                    <a:pt x="0" y="251587"/>
                  </a:moveTo>
                  <a:lnTo>
                    <a:pt x="0" y="1019683"/>
                  </a:lnTo>
                  <a:cubicBezTo>
                    <a:pt x="92710" y="1015619"/>
                    <a:pt x="181864" y="997331"/>
                    <a:pt x="265430" y="967105"/>
                  </a:cubicBezTo>
                  <a:lnTo>
                    <a:pt x="265430" y="324104"/>
                  </a:lnTo>
                  <a:cubicBezTo>
                    <a:pt x="265430" y="308864"/>
                    <a:pt x="265049" y="291719"/>
                    <a:pt x="264795" y="272923"/>
                  </a:cubicBezTo>
                  <a:cubicBezTo>
                    <a:pt x="263652" y="197739"/>
                    <a:pt x="262001" y="100457"/>
                    <a:pt x="274955" y="0"/>
                  </a:cubicBezTo>
                  <a:cubicBezTo>
                    <a:pt x="152146" y="42037"/>
                    <a:pt x="52451" y="133985"/>
                    <a:pt x="0" y="25158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4C879712-E4FE-2ABD-96E6-6DF8B058234B}"/>
                </a:ext>
              </a:extLst>
            </p:cNvPr>
            <p:cNvSpPr/>
            <p:nvPr/>
          </p:nvSpPr>
          <p:spPr>
            <a:xfrm>
              <a:off x="1877187" y="2800604"/>
              <a:ext cx="991616" cy="812800"/>
            </a:xfrm>
            <a:custGeom>
              <a:avLst/>
              <a:gdLst/>
              <a:ahLst/>
              <a:cxnLst/>
              <a:rect l="l" t="t" r="r" b="b"/>
              <a:pathLst>
                <a:path w="991616" h="812800">
                  <a:moveTo>
                    <a:pt x="330708" y="95123"/>
                  </a:moveTo>
                  <a:lnTo>
                    <a:pt x="318008" y="100203"/>
                  </a:lnTo>
                  <a:lnTo>
                    <a:pt x="310896" y="102870"/>
                  </a:lnTo>
                  <a:cubicBezTo>
                    <a:pt x="213614" y="140081"/>
                    <a:pt x="109220" y="162433"/>
                    <a:pt x="0" y="166751"/>
                  </a:cubicBezTo>
                  <a:lnTo>
                    <a:pt x="0" y="812800"/>
                  </a:lnTo>
                  <a:cubicBezTo>
                    <a:pt x="369443" y="804799"/>
                    <a:pt x="711073" y="683641"/>
                    <a:pt x="991616" y="482346"/>
                  </a:cubicBezTo>
                  <a:lnTo>
                    <a:pt x="509270" y="0"/>
                  </a:lnTo>
                  <a:cubicBezTo>
                    <a:pt x="453517" y="37592"/>
                    <a:pt x="393700" y="69596"/>
                    <a:pt x="330708" y="9525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CF904F70-7DA5-58E4-1137-CD21DB93340C}"/>
                </a:ext>
              </a:extLst>
            </p:cNvPr>
            <p:cNvSpPr/>
            <p:nvPr/>
          </p:nvSpPr>
          <p:spPr>
            <a:xfrm>
              <a:off x="2453132" y="2494788"/>
              <a:ext cx="1032637" cy="738251"/>
            </a:xfrm>
            <a:custGeom>
              <a:avLst/>
              <a:gdLst/>
              <a:ahLst/>
              <a:cxnLst/>
              <a:rect l="l" t="t" r="r" b="b"/>
              <a:pathLst>
                <a:path w="1032637" h="738251">
                  <a:moveTo>
                    <a:pt x="127" y="256540"/>
                  </a:moveTo>
                  <a:lnTo>
                    <a:pt x="481838" y="738251"/>
                  </a:lnTo>
                  <a:cubicBezTo>
                    <a:pt x="724916" y="546481"/>
                    <a:pt x="916432" y="292481"/>
                    <a:pt x="1032637" y="0"/>
                  </a:cubicBezTo>
                  <a:lnTo>
                    <a:pt x="226187" y="0"/>
                  </a:lnTo>
                  <a:cubicBezTo>
                    <a:pt x="166116" y="98171"/>
                    <a:pt x="89535" y="185039"/>
                    <a:pt x="0" y="25654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EB45E80E-0CDA-CBED-EDA9-5279F595187D}"/>
                </a:ext>
              </a:extLst>
            </p:cNvPr>
            <p:cNvSpPr/>
            <p:nvPr/>
          </p:nvSpPr>
          <p:spPr>
            <a:xfrm>
              <a:off x="2221103" y="1840357"/>
              <a:ext cx="1389507" cy="958342"/>
            </a:xfrm>
            <a:custGeom>
              <a:avLst/>
              <a:gdLst/>
              <a:ahLst/>
              <a:cxnLst/>
              <a:rect l="l" t="t" r="r" b="b"/>
              <a:pathLst>
                <a:path w="1389507" h="958342">
                  <a:moveTo>
                    <a:pt x="82550" y="0"/>
                  </a:moveTo>
                  <a:lnTo>
                    <a:pt x="17399" y="4572"/>
                  </a:lnTo>
                  <a:cubicBezTo>
                    <a:pt x="0" y="110109"/>
                    <a:pt x="1778" y="216916"/>
                    <a:pt x="3175" y="296799"/>
                  </a:cubicBezTo>
                  <a:lnTo>
                    <a:pt x="3810" y="349377"/>
                  </a:lnTo>
                  <a:lnTo>
                    <a:pt x="3810" y="958342"/>
                  </a:lnTo>
                  <a:cubicBezTo>
                    <a:pt x="309626" y="812673"/>
                    <a:pt x="521335" y="500507"/>
                    <a:pt x="521335" y="139954"/>
                  </a:cubicBezTo>
                  <a:cubicBezTo>
                    <a:pt x="521335" y="117348"/>
                    <a:pt x="539750" y="98933"/>
                    <a:pt x="562356" y="98933"/>
                  </a:cubicBezTo>
                  <a:cubicBezTo>
                    <a:pt x="584962" y="98933"/>
                    <a:pt x="603377" y="117348"/>
                    <a:pt x="603377" y="139954"/>
                  </a:cubicBezTo>
                  <a:cubicBezTo>
                    <a:pt x="603377" y="294894"/>
                    <a:pt x="567436" y="441706"/>
                    <a:pt x="503809" y="572389"/>
                  </a:cubicBezTo>
                  <a:lnTo>
                    <a:pt x="1295146" y="572389"/>
                  </a:lnTo>
                  <a:cubicBezTo>
                    <a:pt x="1356360" y="392811"/>
                    <a:pt x="1389507" y="200279"/>
                    <a:pt x="13895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C4132-73FE-72A1-AFA4-88B3504DC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30558" y="957688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1600" smtClean="0">
                <a:solidFill>
                  <a:schemeClr val="bg1"/>
                </a:solidFill>
              </a:rPr>
              <a:pPr/>
              <a:t>4</a:t>
            </a:fld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7" name="Rectangle 4">
            <a:extLst>
              <a:ext uri="{FF2B5EF4-FFF2-40B4-BE49-F238E27FC236}">
                <a16:creationId xmlns:a16="http://schemas.microsoft.com/office/drawing/2014/main" id="{7993507B-175D-C904-9D59-83FAFE026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A96D49-542C-91EB-A2A3-8AD009E51FB9}"/>
              </a:ext>
            </a:extLst>
          </p:cNvPr>
          <p:cNvSpPr txBox="1"/>
          <p:nvPr/>
        </p:nvSpPr>
        <p:spPr>
          <a:xfrm>
            <a:off x="1028720" y="1877035"/>
            <a:ext cx="13387123" cy="5183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To design a self-calibrating smart indicator module that automatically learns normal machining conditions of a conventional lathe machine.</a:t>
            </a:r>
          </a:p>
          <a:p>
            <a:pPr algn="just">
              <a:lnSpc>
                <a:spcPct val="150000"/>
              </a:lnSpc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To develop a non-intrusive system that monitors vibration and sound signals without altering the machine structure or wiring.</a:t>
            </a:r>
          </a:p>
          <a:p>
            <a:pPr algn="just">
              <a:lnSpc>
                <a:spcPct val="150000"/>
              </a:lnSpc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To provide real-time visual and audible indications to alert the operator about abnormal machining conditions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3158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">
            <a:extLst>
              <a:ext uri="{FF2B5EF4-FFF2-40B4-BE49-F238E27FC236}">
                <a16:creationId xmlns:a16="http://schemas.microsoft.com/office/drawing/2014/main" id="{C6407972-2A8B-F8C9-44D6-A814AE5E16B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312" r="-20312"/>
            </a:stretch>
          </a:blipFill>
        </p:spPr>
        <p:txBody>
          <a:bodyPr/>
          <a:lstStyle/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15477624" y="0"/>
            <a:ext cx="2808312" cy="10287000"/>
            <a:chOff x="0" y="0"/>
            <a:chExt cx="250195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1952" cy="2709333"/>
            </a:xfrm>
            <a:custGeom>
              <a:avLst/>
              <a:gdLst/>
              <a:ahLst/>
              <a:cxnLst/>
              <a:rect l="l" t="t" r="r" b="b"/>
              <a:pathLst>
                <a:path w="2501952" h="2709333">
                  <a:moveTo>
                    <a:pt x="0" y="0"/>
                  </a:moveTo>
                  <a:lnTo>
                    <a:pt x="2501952" y="0"/>
                  </a:lnTo>
                  <a:lnTo>
                    <a:pt x="250195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501952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65082" y="858635"/>
            <a:ext cx="7806610" cy="7496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GB" sz="4800" b="1" dirty="0">
                <a:solidFill>
                  <a:srgbClr val="1E0B93"/>
                </a:solidFill>
                <a:latin typeface="Stencil" panose="040409050D0802020404" pitchFamily="82" charset="0"/>
                <a:cs typeface="Times New Roman" panose="02020603050405020304" pitchFamily="18" charset="0"/>
              </a:rPr>
              <a:t>PROBLEM STATEMENT </a:t>
            </a:r>
            <a:endParaRPr lang="en-US" sz="4800" b="1" dirty="0">
              <a:solidFill>
                <a:srgbClr val="1E0B93"/>
              </a:solidFill>
              <a:latin typeface="Stencil" panose="040409050D0802020404" pitchFamily="82" charset="0"/>
              <a:cs typeface="Times New Roman" panose="02020603050405020304" pitchFamily="18" charset="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20" y="952500"/>
            <a:ext cx="3255770" cy="589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 dirty="0">
                <a:solidFill>
                  <a:srgbClr val="FFFFFF"/>
                </a:solidFill>
                <a:latin typeface="Lato Bold"/>
              </a:rPr>
              <a:t>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58AF3A5-E80E-4684-462E-63A70484C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17943" y="9680004"/>
            <a:ext cx="5516760" cy="238073"/>
          </a:xfrm>
        </p:spPr>
        <p:txBody>
          <a:bodyPr/>
          <a:lstStyle/>
          <a:p>
            <a:r>
              <a:rPr lang="en-US" dirty="0"/>
              <a:t>Department Of Electronics And Communication Engineering</a:t>
            </a:r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E12DFCCD-8D1E-DB91-35D7-FC00C43434F2}"/>
              </a:ext>
            </a:extLst>
          </p:cNvPr>
          <p:cNvSpPr/>
          <p:nvPr/>
        </p:nvSpPr>
        <p:spPr>
          <a:xfrm flipV="1">
            <a:off x="1070021" y="1673851"/>
            <a:ext cx="7416824" cy="1"/>
          </a:xfrm>
          <a:prstGeom prst="line">
            <a:avLst/>
          </a:prstGeom>
          <a:ln w="38100" cap="flat">
            <a:solidFill>
              <a:srgbClr val="1E0B9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>
              <a:ln>
                <a:solidFill>
                  <a:srgbClr val="1E0B93"/>
                </a:solidFill>
              </a:ln>
            </a:endParaRPr>
          </a:p>
        </p:txBody>
      </p:sp>
      <p:grpSp>
        <p:nvGrpSpPr>
          <p:cNvPr id="10" name="Group 11">
            <a:extLst>
              <a:ext uri="{FF2B5EF4-FFF2-40B4-BE49-F238E27FC236}">
                <a16:creationId xmlns:a16="http://schemas.microsoft.com/office/drawing/2014/main" id="{DA092E5A-60EF-9604-7339-84FDCCF1843C}"/>
              </a:ext>
            </a:extLst>
          </p:cNvPr>
          <p:cNvGrpSpPr>
            <a:grpSpLocks noChangeAspect="1"/>
          </p:cNvGrpSpPr>
          <p:nvPr/>
        </p:nvGrpSpPr>
        <p:grpSpPr>
          <a:xfrm>
            <a:off x="16135881" y="500848"/>
            <a:ext cx="1491797" cy="1492952"/>
            <a:chOff x="0" y="0"/>
            <a:chExt cx="3673970" cy="3676815"/>
          </a:xfrm>
        </p:grpSpPr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86DD8C50-BA0F-ABA0-9C2C-F456005473D2}"/>
                </a:ext>
              </a:extLst>
            </p:cNvPr>
            <p:cNvSpPr/>
            <p:nvPr/>
          </p:nvSpPr>
          <p:spPr>
            <a:xfrm>
              <a:off x="123825" y="63500"/>
              <a:ext cx="3426206" cy="1776857"/>
            </a:xfrm>
            <a:custGeom>
              <a:avLst/>
              <a:gdLst/>
              <a:ahLst/>
              <a:cxnLst/>
              <a:rect l="l" t="t" r="r" b="b"/>
              <a:pathLst>
                <a:path w="3426206" h="1776857">
                  <a:moveTo>
                    <a:pt x="2953766" y="1444371"/>
                  </a:moveTo>
                  <a:cubicBezTo>
                    <a:pt x="3024251" y="1476756"/>
                    <a:pt x="3116707" y="1484376"/>
                    <a:pt x="3210560" y="1459484"/>
                  </a:cubicBezTo>
                  <a:cubicBezTo>
                    <a:pt x="3304413" y="1434592"/>
                    <a:pt x="3380994" y="1382141"/>
                    <a:pt x="3426206" y="1319149"/>
                  </a:cubicBezTo>
                  <a:cubicBezTo>
                    <a:pt x="3355721" y="1286764"/>
                    <a:pt x="3263265" y="1279144"/>
                    <a:pt x="3169285" y="1304036"/>
                  </a:cubicBezTo>
                  <a:cubicBezTo>
                    <a:pt x="3075305" y="1328928"/>
                    <a:pt x="2998724" y="1381379"/>
                    <a:pt x="2953639" y="1444371"/>
                  </a:cubicBezTo>
                  <a:moveTo>
                    <a:pt x="2969260" y="522859"/>
                  </a:moveTo>
                  <a:cubicBezTo>
                    <a:pt x="2892044" y="530098"/>
                    <a:pt x="2808224" y="569595"/>
                    <a:pt x="2739263" y="638175"/>
                  </a:cubicBezTo>
                  <a:cubicBezTo>
                    <a:pt x="2670302" y="706755"/>
                    <a:pt x="2630297" y="790448"/>
                    <a:pt x="2622677" y="867537"/>
                  </a:cubicBezTo>
                  <a:cubicBezTo>
                    <a:pt x="2699893" y="860298"/>
                    <a:pt x="2783713" y="820801"/>
                    <a:pt x="2852674" y="752221"/>
                  </a:cubicBezTo>
                  <a:cubicBezTo>
                    <a:pt x="2921635" y="683641"/>
                    <a:pt x="2961640" y="600075"/>
                    <a:pt x="2969260" y="522859"/>
                  </a:cubicBezTo>
                  <a:moveTo>
                    <a:pt x="2189226" y="318643"/>
                  </a:moveTo>
                  <a:cubicBezTo>
                    <a:pt x="2214626" y="224790"/>
                    <a:pt x="2207387" y="132461"/>
                    <a:pt x="2175510" y="61722"/>
                  </a:cubicBezTo>
                  <a:cubicBezTo>
                    <a:pt x="2112264" y="106553"/>
                    <a:pt x="2059305" y="182753"/>
                    <a:pt x="2033905" y="276606"/>
                  </a:cubicBezTo>
                  <a:cubicBezTo>
                    <a:pt x="2008505" y="370459"/>
                    <a:pt x="2015744" y="462915"/>
                    <a:pt x="2047748" y="533527"/>
                  </a:cubicBezTo>
                  <a:cubicBezTo>
                    <a:pt x="2110994" y="488696"/>
                    <a:pt x="2163826" y="412496"/>
                    <a:pt x="2189226" y="318643"/>
                  </a:cubicBezTo>
                  <a:moveTo>
                    <a:pt x="1382776" y="531749"/>
                  </a:moveTo>
                  <a:cubicBezTo>
                    <a:pt x="1415161" y="461264"/>
                    <a:pt x="1422781" y="368808"/>
                    <a:pt x="1397889" y="274828"/>
                  </a:cubicBezTo>
                  <a:cubicBezTo>
                    <a:pt x="1372997" y="180848"/>
                    <a:pt x="1320546" y="104394"/>
                    <a:pt x="1257554" y="59182"/>
                  </a:cubicBezTo>
                  <a:cubicBezTo>
                    <a:pt x="1225169" y="129667"/>
                    <a:pt x="1217549" y="222123"/>
                    <a:pt x="1242441" y="316103"/>
                  </a:cubicBezTo>
                  <a:cubicBezTo>
                    <a:pt x="1267333" y="410083"/>
                    <a:pt x="1319784" y="486537"/>
                    <a:pt x="1382903" y="531749"/>
                  </a:cubicBezTo>
                  <a:moveTo>
                    <a:pt x="805942" y="862711"/>
                  </a:moveTo>
                  <a:cubicBezTo>
                    <a:pt x="798703" y="785495"/>
                    <a:pt x="759079" y="701675"/>
                    <a:pt x="690626" y="632714"/>
                  </a:cubicBezTo>
                  <a:cubicBezTo>
                    <a:pt x="622173" y="563753"/>
                    <a:pt x="538480" y="523748"/>
                    <a:pt x="461264" y="516128"/>
                  </a:cubicBezTo>
                  <a:cubicBezTo>
                    <a:pt x="468503" y="593344"/>
                    <a:pt x="508000" y="677291"/>
                    <a:pt x="576580" y="746125"/>
                  </a:cubicBezTo>
                  <a:cubicBezTo>
                    <a:pt x="645160" y="814959"/>
                    <a:pt x="728853" y="855091"/>
                    <a:pt x="806069" y="862711"/>
                  </a:cubicBezTo>
                  <a:moveTo>
                    <a:pt x="214884" y="1451483"/>
                  </a:moveTo>
                  <a:cubicBezTo>
                    <a:pt x="308737" y="1476883"/>
                    <a:pt x="401193" y="1469644"/>
                    <a:pt x="471805" y="1437640"/>
                  </a:cubicBezTo>
                  <a:cubicBezTo>
                    <a:pt x="426974" y="1374394"/>
                    <a:pt x="350774" y="1321562"/>
                    <a:pt x="256921" y="1296162"/>
                  </a:cubicBezTo>
                  <a:cubicBezTo>
                    <a:pt x="163068" y="1270762"/>
                    <a:pt x="70739" y="1278001"/>
                    <a:pt x="0" y="1309878"/>
                  </a:cubicBezTo>
                  <a:cubicBezTo>
                    <a:pt x="44831" y="1373124"/>
                    <a:pt x="121031" y="1426083"/>
                    <a:pt x="214884" y="1451483"/>
                  </a:cubicBezTo>
                  <a:moveTo>
                    <a:pt x="2419858" y="759587"/>
                  </a:moveTo>
                  <a:cubicBezTo>
                    <a:pt x="2527427" y="573151"/>
                    <a:pt x="2588641" y="385064"/>
                    <a:pt x="2598674" y="237617"/>
                  </a:cubicBezTo>
                  <a:cubicBezTo>
                    <a:pt x="2475992" y="319786"/>
                    <a:pt x="2343658" y="466852"/>
                    <a:pt x="2236089" y="653415"/>
                  </a:cubicBezTo>
                  <a:cubicBezTo>
                    <a:pt x="2128520" y="839978"/>
                    <a:pt x="2067179" y="1028192"/>
                    <a:pt x="2057273" y="1175385"/>
                  </a:cubicBezTo>
                  <a:cubicBezTo>
                    <a:pt x="2179828" y="1093089"/>
                    <a:pt x="2312162" y="946023"/>
                    <a:pt x="2419858" y="759587"/>
                  </a:cubicBezTo>
                  <a:moveTo>
                    <a:pt x="1366647" y="1175258"/>
                  </a:moveTo>
                  <a:cubicBezTo>
                    <a:pt x="1356741" y="1027938"/>
                    <a:pt x="1295527" y="839851"/>
                    <a:pt x="1187831" y="653415"/>
                  </a:cubicBezTo>
                  <a:cubicBezTo>
                    <a:pt x="1080135" y="466979"/>
                    <a:pt x="947801" y="319913"/>
                    <a:pt x="825246" y="237617"/>
                  </a:cubicBezTo>
                  <a:cubicBezTo>
                    <a:pt x="835152" y="384937"/>
                    <a:pt x="896366" y="573024"/>
                    <a:pt x="1004062" y="759587"/>
                  </a:cubicBezTo>
                  <a:cubicBezTo>
                    <a:pt x="1111758" y="946150"/>
                    <a:pt x="1244092" y="1093216"/>
                    <a:pt x="1366647" y="1175385"/>
                  </a:cubicBezTo>
                  <a:moveTo>
                    <a:pt x="2019173" y="1596390"/>
                  </a:moveTo>
                  <a:lnTo>
                    <a:pt x="2082673" y="1590040"/>
                  </a:lnTo>
                  <a:cubicBezTo>
                    <a:pt x="2115312" y="1585722"/>
                    <a:pt x="2149094" y="1579753"/>
                    <a:pt x="2184146" y="1571879"/>
                  </a:cubicBezTo>
                  <a:cubicBezTo>
                    <a:pt x="2343531" y="1536446"/>
                    <a:pt x="2523744" y="1465453"/>
                    <a:pt x="2702941" y="1362075"/>
                  </a:cubicBezTo>
                  <a:cubicBezTo>
                    <a:pt x="2947289" y="1220978"/>
                    <a:pt x="3139821" y="1047750"/>
                    <a:pt x="3247898" y="887095"/>
                  </a:cubicBezTo>
                  <a:cubicBezTo>
                    <a:pt x="3054858" y="900049"/>
                    <a:pt x="2808351" y="980186"/>
                    <a:pt x="2563876" y="1121283"/>
                  </a:cubicBezTo>
                  <a:cubicBezTo>
                    <a:pt x="2319274" y="1262380"/>
                    <a:pt x="2126615" y="1435735"/>
                    <a:pt x="2019046" y="1596390"/>
                  </a:cubicBezTo>
                  <a:moveTo>
                    <a:pt x="1712087" y="0"/>
                  </a:moveTo>
                  <a:cubicBezTo>
                    <a:pt x="1567561" y="217551"/>
                    <a:pt x="1476375" y="535051"/>
                    <a:pt x="1476375" y="888365"/>
                  </a:cubicBezTo>
                  <a:cubicBezTo>
                    <a:pt x="1476375" y="1241933"/>
                    <a:pt x="1567561" y="1559560"/>
                    <a:pt x="1711960" y="1776857"/>
                  </a:cubicBezTo>
                  <a:cubicBezTo>
                    <a:pt x="1856359" y="1559433"/>
                    <a:pt x="1947418" y="1241806"/>
                    <a:pt x="1947418" y="888365"/>
                  </a:cubicBezTo>
                  <a:cubicBezTo>
                    <a:pt x="1947418" y="534924"/>
                    <a:pt x="1856486" y="217678"/>
                    <a:pt x="1712087" y="0"/>
                  </a:cubicBezTo>
                  <a:moveTo>
                    <a:pt x="720852" y="1361821"/>
                  </a:moveTo>
                  <a:cubicBezTo>
                    <a:pt x="900557" y="1465580"/>
                    <a:pt x="1081405" y="1536446"/>
                    <a:pt x="1241171" y="1571752"/>
                  </a:cubicBezTo>
                  <a:lnTo>
                    <a:pt x="1342644" y="1589786"/>
                  </a:lnTo>
                  <a:cubicBezTo>
                    <a:pt x="1363980" y="1592580"/>
                    <a:pt x="1384681" y="1594739"/>
                    <a:pt x="1404874" y="1596009"/>
                  </a:cubicBezTo>
                  <a:cubicBezTo>
                    <a:pt x="1297051" y="1435354"/>
                    <a:pt x="1104265" y="1262126"/>
                    <a:pt x="859917" y="1121029"/>
                  </a:cubicBezTo>
                  <a:cubicBezTo>
                    <a:pt x="615569" y="979932"/>
                    <a:pt x="369062" y="899795"/>
                    <a:pt x="176149" y="886714"/>
                  </a:cubicBezTo>
                  <a:cubicBezTo>
                    <a:pt x="283845" y="1047369"/>
                    <a:pt x="476504" y="1220724"/>
                    <a:pt x="720979" y="1361821"/>
                  </a:cubicBezTo>
                </a:path>
              </a:pathLst>
            </a:custGeom>
            <a:solidFill>
              <a:srgbClr val="DBA3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D8235ACD-3121-380A-EAE4-BC2366FC96A0}"/>
                </a:ext>
              </a:extLst>
            </p:cNvPr>
            <p:cNvSpPr/>
            <p:nvPr/>
          </p:nvSpPr>
          <p:spPr>
            <a:xfrm>
              <a:off x="188087" y="2494788"/>
              <a:ext cx="1031875" cy="738251"/>
            </a:xfrm>
            <a:custGeom>
              <a:avLst/>
              <a:gdLst/>
              <a:ahLst/>
              <a:cxnLst/>
              <a:rect l="l" t="t" r="r" b="b"/>
              <a:pathLst>
                <a:path w="1031875" h="738251">
                  <a:moveTo>
                    <a:pt x="1031875" y="257175"/>
                  </a:moveTo>
                  <a:lnTo>
                    <a:pt x="550799" y="738251"/>
                  </a:lnTo>
                  <a:cubicBezTo>
                    <a:pt x="307721" y="546608"/>
                    <a:pt x="116205" y="292481"/>
                    <a:pt x="0" y="0"/>
                  </a:cubicBezTo>
                  <a:lnTo>
                    <a:pt x="805053" y="0"/>
                  </a:lnTo>
                  <a:cubicBezTo>
                    <a:pt x="865251" y="98298"/>
                    <a:pt x="942086" y="185420"/>
                    <a:pt x="1031875" y="257175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4C04BB91-5468-6107-201A-E7C358DE4627}"/>
                </a:ext>
              </a:extLst>
            </p:cNvPr>
            <p:cNvSpPr/>
            <p:nvPr/>
          </p:nvSpPr>
          <p:spPr>
            <a:xfrm>
              <a:off x="63500" y="1840230"/>
              <a:ext cx="1390904" cy="959612"/>
            </a:xfrm>
            <a:custGeom>
              <a:avLst/>
              <a:gdLst/>
              <a:ahLst/>
              <a:cxnLst/>
              <a:rect l="l" t="t" r="r" b="b"/>
              <a:pathLst>
                <a:path w="1390904" h="959612">
                  <a:moveTo>
                    <a:pt x="784733" y="139954"/>
                  </a:moveTo>
                  <a:cubicBezTo>
                    <a:pt x="784733" y="117348"/>
                    <a:pt x="803148" y="98933"/>
                    <a:pt x="825754" y="98933"/>
                  </a:cubicBezTo>
                  <a:cubicBezTo>
                    <a:pt x="848360" y="98933"/>
                    <a:pt x="866775" y="117348"/>
                    <a:pt x="866775" y="139954"/>
                  </a:cubicBezTo>
                  <a:cubicBezTo>
                    <a:pt x="866775" y="501650"/>
                    <a:pt x="1079754" y="814578"/>
                    <a:pt x="1387094" y="959612"/>
                  </a:cubicBezTo>
                  <a:lnTo>
                    <a:pt x="1387094" y="349377"/>
                  </a:lnTo>
                  <a:cubicBezTo>
                    <a:pt x="1387094" y="333756"/>
                    <a:pt x="1387348" y="316103"/>
                    <a:pt x="1387729" y="296799"/>
                  </a:cubicBezTo>
                  <a:cubicBezTo>
                    <a:pt x="1389126" y="217043"/>
                    <a:pt x="1390904" y="110490"/>
                    <a:pt x="1373505" y="4953"/>
                  </a:cubicBezTo>
                  <a:lnTo>
                    <a:pt x="1306703" y="0"/>
                  </a:lnTo>
                  <a:lnTo>
                    <a:pt x="0" y="0"/>
                  </a:lnTo>
                  <a:cubicBezTo>
                    <a:pt x="0" y="200279"/>
                    <a:pt x="33147" y="392811"/>
                    <a:pt x="94361" y="572389"/>
                  </a:cubicBezTo>
                  <a:lnTo>
                    <a:pt x="884555" y="572389"/>
                  </a:lnTo>
                  <a:cubicBezTo>
                    <a:pt x="820674" y="441579"/>
                    <a:pt x="784733" y="294894"/>
                    <a:pt x="784733" y="13995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5336913A-468F-9DDE-C152-01BFD7FFEA6E}"/>
                </a:ext>
              </a:extLst>
            </p:cNvPr>
            <p:cNvSpPr/>
            <p:nvPr/>
          </p:nvSpPr>
          <p:spPr>
            <a:xfrm>
              <a:off x="1523111" y="1866011"/>
              <a:ext cx="272161" cy="1019175"/>
            </a:xfrm>
            <a:custGeom>
              <a:avLst/>
              <a:gdLst/>
              <a:ahLst/>
              <a:cxnLst/>
              <a:rect l="l" t="t" r="r" b="b"/>
              <a:pathLst>
                <a:path w="272161" h="1019175">
                  <a:moveTo>
                    <a:pt x="0" y="127"/>
                  </a:moveTo>
                  <a:cubicBezTo>
                    <a:pt x="12954" y="100457"/>
                    <a:pt x="11303" y="197485"/>
                    <a:pt x="10160" y="272415"/>
                  </a:cubicBezTo>
                  <a:lnTo>
                    <a:pt x="9525" y="323596"/>
                  </a:lnTo>
                  <a:lnTo>
                    <a:pt x="9525" y="967613"/>
                  </a:lnTo>
                  <a:cubicBezTo>
                    <a:pt x="92202" y="997331"/>
                    <a:pt x="180340" y="1014984"/>
                    <a:pt x="272161" y="1019175"/>
                  </a:cubicBezTo>
                  <a:lnTo>
                    <a:pt x="272161" y="248031"/>
                  </a:lnTo>
                  <a:cubicBezTo>
                    <a:pt x="219583" y="132334"/>
                    <a:pt x="121158" y="41910"/>
                    <a:pt x="0" y="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827E44E4-A25F-ADE0-1882-268908DE385C}"/>
                </a:ext>
              </a:extLst>
            </p:cNvPr>
            <p:cNvSpPr/>
            <p:nvPr/>
          </p:nvSpPr>
          <p:spPr>
            <a:xfrm>
              <a:off x="805053" y="2801239"/>
              <a:ext cx="990219" cy="812165"/>
            </a:xfrm>
            <a:custGeom>
              <a:avLst/>
              <a:gdLst/>
              <a:ahLst/>
              <a:cxnLst/>
              <a:rect l="l" t="t" r="r" b="b"/>
              <a:pathLst>
                <a:path w="990219" h="812165">
                  <a:moveTo>
                    <a:pt x="669290" y="98425"/>
                  </a:moveTo>
                  <a:lnTo>
                    <a:pt x="667766" y="97790"/>
                  </a:lnTo>
                  <a:cubicBezTo>
                    <a:pt x="601472" y="71501"/>
                    <a:pt x="539369" y="38735"/>
                    <a:pt x="481584" y="0"/>
                  </a:cubicBezTo>
                  <a:lnTo>
                    <a:pt x="0" y="481711"/>
                  </a:lnTo>
                  <a:cubicBezTo>
                    <a:pt x="280162" y="682625"/>
                    <a:pt x="621284" y="803783"/>
                    <a:pt x="990219" y="812165"/>
                  </a:cubicBezTo>
                  <a:lnTo>
                    <a:pt x="990219" y="165989"/>
                  </a:lnTo>
                  <a:cubicBezTo>
                    <a:pt x="879983" y="161544"/>
                    <a:pt x="774192" y="138938"/>
                    <a:pt x="676021" y="100838"/>
                  </a:cubicBezTo>
                  <a:lnTo>
                    <a:pt x="671449" y="99187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9553111D-FAFE-2869-FFA9-878E3BB1D702}"/>
                </a:ext>
              </a:extLst>
            </p:cNvPr>
            <p:cNvSpPr/>
            <p:nvPr/>
          </p:nvSpPr>
          <p:spPr>
            <a:xfrm>
              <a:off x="1877314" y="1865503"/>
              <a:ext cx="274955" cy="1019683"/>
            </a:xfrm>
            <a:custGeom>
              <a:avLst/>
              <a:gdLst/>
              <a:ahLst/>
              <a:cxnLst/>
              <a:rect l="l" t="t" r="r" b="b"/>
              <a:pathLst>
                <a:path w="274955" h="1019683">
                  <a:moveTo>
                    <a:pt x="0" y="251587"/>
                  </a:moveTo>
                  <a:lnTo>
                    <a:pt x="0" y="1019683"/>
                  </a:lnTo>
                  <a:cubicBezTo>
                    <a:pt x="92710" y="1015619"/>
                    <a:pt x="181864" y="997331"/>
                    <a:pt x="265430" y="967105"/>
                  </a:cubicBezTo>
                  <a:lnTo>
                    <a:pt x="265430" y="324104"/>
                  </a:lnTo>
                  <a:cubicBezTo>
                    <a:pt x="265430" y="308864"/>
                    <a:pt x="265049" y="291719"/>
                    <a:pt x="264795" y="272923"/>
                  </a:cubicBezTo>
                  <a:cubicBezTo>
                    <a:pt x="263652" y="197739"/>
                    <a:pt x="262001" y="100457"/>
                    <a:pt x="274955" y="0"/>
                  </a:cubicBezTo>
                  <a:cubicBezTo>
                    <a:pt x="152146" y="42037"/>
                    <a:pt x="52451" y="133985"/>
                    <a:pt x="0" y="25158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4ED707C-B233-33A1-7732-08522D0929DB}"/>
                </a:ext>
              </a:extLst>
            </p:cNvPr>
            <p:cNvSpPr/>
            <p:nvPr/>
          </p:nvSpPr>
          <p:spPr>
            <a:xfrm>
              <a:off x="1877187" y="2800604"/>
              <a:ext cx="991616" cy="812800"/>
            </a:xfrm>
            <a:custGeom>
              <a:avLst/>
              <a:gdLst/>
              <a:ahLst/>
              <a:cxnLst/>
              <a:rect l="l" t="t" r="r" b="b"/>
              <a:pathLst>
                <a:path w="991616" h="812800">
                  <a:moveTo>
                    <a:pt x="330708" y="95123"/>
                  </a:moveTo>
                  <a:lnTo>
                    <a:pt x="318008" y="100203"/>
                  </a:lnTo>
                  <a:lnTo>
                    <a:pt x="310896" y="102870"/>
                  </a:lnTo>
                  <a:cubicBezTo>
                    <a:pt x="213614" y="140081"/>
                    <a:pt x="109220" y="162433"/>
                    <a:pt x="0" y="166751"/>
                  </a:cubicBezTo>
                  <a:lnTo>
                    <a:pt x="0" y="812800"/>
                  </a:lnTo>
                  <a:cubicBezTo>
                    <a:pt x="369443" y="804799"/>
                    <a:pt x="711073" y="683641"/>
                    <a:pt x="991616" y="482346"/>
                  </a:cubicBezTo>
                  <a:lnTo>
                    <a:pt x="509270" y="0"/>
                  </a:lnTo>
                  <a:cubicBezTo>
                    <a:pt x="453517" y="37592"/>
                    <a:pt x="393700" y="69596"/>
                    <a:pt x="330708" y="9525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9896CBF1-7D3E-458E-C7E5-105C41584E58}"/>
                </a:ext>
              </a:extLst>
            </p:cNvPr>
            <p:cNvSpPr/>
            <p:nvPr/>
          </p:nvSpPr>
          <p:spPr>
            <a:xfrm>
              <a:off x="2453132" y="2494788"/>
              <a:ext cx="1032637" cy="738251"/>
            </a:xfrm>
            <a:custGeom>
              <a:avLst/>
              <a:gdLst/>
              <a:ahLst/>
              <a:cxnLst/>
              <a:rect l="l" t="t" r="r" b="b"/>
              <a:pathLst>
                <a:path w="1032637" h="738251">
                  <a:moveTo>
                    <a:pt x="127" y="256540"/>
                  </a:moveTo>
                  <a:lnTo>
                    <a:pt x="481838" y="738251"/>
                  </a:lnTo>
                  <a:cubicBezTo>
                    <a:pt x="724916" y="546481"/>
                    <a:pt x="916432" y="292481"/>
                    <a:pt x="1032637" y="0"/>
                  </a:cubicBezTo>
                  <a:lnTo>
                    <a:pt x="226187" y="0"/>
                  </a:lnTo>
                  <a:cubicBezTo>
                    <a:pt x="166116" y="98171"/>
                    <a:pt x="89535" y="185039"/>
                    <a:pt x="0" y="25654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48FF363B-745D-887F-D3D6-F2E9087595FB}"/>
                </a:ext>
              </a:extLst>
            </p:cNvPr>
            <p:cNvSpPr/>
            <p:nvPr/>
          </p:nvSpPr>
          <p:spPr>
            <a:xfrm>
              <a:off x="2221103" y="1840357"/>
              <a:ext cx="1389507" cy="958342"/>
            </a:xfrm>
            <a:custGeom>
              <a:avLst/>
              <a:gdLst/>
              <a:ahLst/>
              <a:cxnLst/>
              <a:rect l="l" t="t" r="r" b="b"/>
              <a:pathLst>
                <a:path w="1389507" h="958342">
                  <a:moveTo>
                    <a:pt x="82550" y="0"/>
                  </a:moveTo>
                  <a:lnTo>
                    <a:pt x="17399" y="4572"/>
                  </a:lnTo>
                  <a:cubicBezTo>
                    <a:pt x="0" y="110109"/>
                    <a:pt x="1778" y="216916"/>
                    <a:pt x="3175" y="296799"/>
                  </a:cubicBezTo>
                  <a:lnTo>
                    <a:pt x="3810" y="349377"/>
                  </a:lnTo>
                  <a:lnTo>
                    <a:pt x="3810" y="958342"/>
                  </a:lnTo>
                  <a:cubicBezTo>
                    <a:pt x="309626" y="812673"/>
                    <a:pt x="521335" y="500507"/>
                    <a:pt x="521335" y="139954"/>
                  </a:cubicBezTo>
                  <a:cubicBezTo>
                    <a:pt x="521335" y="117348"/>
                    <a:pt x="539750" y="98933"/>
                    <a:pt x="562356" y="98933"/>
                  </a:cubicBezTo>
                  <a:cubicBezTo>
                    <a:pt x="584962" y="98933"/>
                    <a:pt x="603377" y="117348"/>
                    <a:pt x="603377" y="139954"/>
                  </a:cubicBezTo>
                  <a:cubicBezTo>
                    <a:pt x="603377" y="294894"/>
                    <a:pt x="567436" y="441706"/>
                    <a:pt x="503809" y="572389"/>
                  </a:cubicBezTo>
                  <a:lnTo>
                    <a:pt x="1295146" y="572389"/>
                  </a:lnTo>
                  <a:cubicBezTo>
                    <a:pt x="1356360" y="392811"/>
                    <a:pt x="1389507" y="200279"/>
                    <a:pt x="13895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9988D-E99A-52E1-2571-B00DF49A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87177" y="957780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1600" smtClean="0">
                <a:solidFill>
                  <a:schemeClr val="bg1"/>
                </a:solidFill>
              </a:rPr>
              <a:pPr/>
              <a:t>5</a:t>
            </a:fld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6FAE04-7939-27EA-B817-ABD1D24E5E61}"/>
              </a:ext>
            </a:extLst>
          </p:cNvPr>
          <p:cNvSpPr txBox="1"/>
          <p:nvPr/>
        </p:nvSpPr>
        <p:spPr>
          <a:xfrm>
            <a:off x="1028720" y="2509165"/>
            <a:ext cx="14015985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Conventional lathe machines do not have built-in systems to indicate abnormal vibration, sound, or load during machining operations.</a:t>
            </a:r>
          </a:p>
          <a:p>
            <a:pPr algn="just">
              <a:lnSpc>
                <a:spcPct val="150000"/>
              </a:lnSpc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Existing monitoring solutions are either designed for CNC machines or require machine modification, making them unsuitable for small-scale workshops.</a:t>
            </a:r>
          </a:p>
          <a:p>
            <a:pPr algn="just">
              <a:lnSpc>
                <a:spcPct val="150000"/>
              </a:lnSpc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Fixed-threshold monitoring methods are unreliable due to changes in cutting speed, material, and operator handling.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41ABC-407A-2417-7E18-AA6938D8E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">
            <a:extLst>
              <a:ext uri="{FF2B5EF4-FFF2-40B4-BE49-F238E27FC236}">
                <a16:creationId xmlns:a16="http://schemas.microsoft.com/office/drawing/2014/main" id="{623546F3-3B40-087A-9AFA-73BE65E2E399}"/>
              </a:ext>
            </a:extLst>
          </p:cNvPr>
          <p:cNvSpPr/>
          <p:nvPr/>
        </p:nvSpPr>
        <p:spPr>
          <a:xfrm>
            <a:off x="-24897" y="0"/>
            <a:ext cx="18312897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EC4DE93-4F07-D16E-5708-3A318AAE75E8}"/>
              </a:ext>
            </a:extLst>
          </p:cNvPr>
          <p:cNvSpPr txBox="1"/>
          <p:nvPr/>
        </p:nvSpPr>
        <p:spPr>
          <a:xfrm>
            <a:off x="935088" y="594753"/>
            <a:ext cx="7272808" cy="752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1B277B"/>
                </a:solidFill>
                <a:latin typeface="Stencil" panose="040409050D0802020404" pitchFamily="82" charset="0"/>
                <a:cs typeface="Times New Roman" panose="02020603050405020304" pitchFamily="18" charset="0"/>
              </a:rPr>
              <a:t>EXISTING SOLUTION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F5E30793-0172-6810-EFCA-B0FCD7E5E8AA}"/>
              </a:ext>
            </a:extLst>
          </p:cNvPr>
          <p:cNvGrpSpPr/>
          <p:nvPr/>
        </p:nvGrpSpPr>
        <p:grpSpPr>
          <a:xfrm>
            <a:off x="15218223" y="0"/>
            <a:ext cx="3086100" cy="10287000"/>
            <a:chOff x="0" y="0"/>
            <a:chExt cx="812800" cy="270933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33BE0F7-6ACC-F930-3161-CD4E28BFD6D9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5B4B6AF-F249-6D36-8737-CAC8EC7617A0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CD925F1-0B39-0731-3F71-C506F5CD1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07496" y="9490903"/>
            <a:ext cx="6784032" cy="797173"/>
          </a:xfrm>
        </p:spPr>
        <p:txBody>
          <a:bodyPr/>
          <a:lstStyle/>
          <a:p>
            <a:r>
              <a:rPr lang="en-US" dirty="0"/>
              <a:t>Department Of Electronics And Communication Engineering</a:t>
            </a:r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C67177FA-848E-8750-97BC-4C1B2268AC66}"/>
              </a:ext>
            </a:extLst>
          </p:cNvPr>
          <p:cNvSpPr/>
          <p:nvPr/>
        </p:nvSpPr>
        <p:spPr>
          <a:xfrm>
            <a:off x="1079104" y="1471092"/>
            <a:ext cx="6768752" cy="1"/>
          </a:xfrm>
          <a:prstGeom prst="line">
            <a:avLst/>
          </a:prstGeom>
          <a:ln w="38100" cap="flat">
            <a:solidFill>
              <a:srgbClr val="1E0B9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>
              <a:ln>
                <a:solidFill>
                  <a:srgbClr val="1E0B93"/>
                </a:solidFill>
              </a:ln>
            </a:endParaRPr>
          </a:p>
        </p:txBody>
      </p:sp>
      <p:grpSp>
        <p:nvGrpSpPr>
          <p:cNvPr id="9" name="Group 11">
            <a:extLst>
              <a:ext uri="{FF2B5EF4-FFF2-40B4-BE49-F238E27FC236}">
                <a16:creationId xmlns:a16="http://schemas.microsoft.com/office/drawing/2014/main" id="{37C7754E-CA66-F907-7986-2334AB4C4F6E}"/>
              </a:ext>
            </a:extLst>
          </p:cNvPr>
          <p:cNvGrpSpPr>
            <a:grpSpLocks noChangeAspect="1"/>
          </p:cNvGrpSpPr>
          <p:nvPr/>
        </p:nvGrpSpPr>
        <p:grpSpPr>
          <a:xfrm>
            <a:off x="16015374" y="390972"/>
            <a:ext cx="1491797" cy="1492952"/>
            <a:chOff x="0" y="0"/>
            <a:chExt cx="3673970" cy="3676815"/>
          </a:xfrm>
        </p:grpSpPr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F6E4A9B1-86C9-858F-654E-48D83A1557F3}"/>
                </a:ext>
              </a:extLst>
            </p:cNvPr>
            <p:cNvSpPr/>
            <p:nvPr/>
          </p:nvSpPr>
          <p:spPr>
            <a:xfrm>
              <a:off x="123825" y="63500"/>
              <a:ext cx="3426206" cy="1776857"/>
            </a:xfrm>
            <a:custGeom>
              <a:avLst/>
              <a:gdLst/>
              <a:ahLst/>
              <a:cxnLst/>
              <a:rect l="l" t="t" r="r" b="b"/>
              <a:pathLst>
                <a:path w="3426206" h="1776857">
                  <a:moveTo>
                    <a:pt x="2953766" y="1444371"/>
                  </a:moveTo>
                  <a:cubicBezTo>
                    <a:pt x="3024251" y="1476756"/>
                    <a:pt x="3116707" y="1484376"/>
                    <a:pt x="3210560" y="1459484"/>
                  </a:cubicBezTo>
                  <a:cubicBezTo>
                    <a:pt x="3304413" y="1434592"/>
                    <a:pt x="3380994" y="1382141"/>
                    <a:pt x="3426206" y="1319149"/>
                  </a:cubicBezTo>
                  <a:cubicBezTo>
                    <a:pt x="3355721" y="1286764"/>
                    <a:pt x="3263265" y="1279144"/>
                    <a:pt x="3169285" y="1304036"/>
                  </a:cubicBezTo>
                  <a:cubicBezTo>
                    <a:pt x="3075305" y="1328928"/>
                    <a:pt x="2998724" y="1381379"/>
                    <a:pt x="2953639" y="1444371"/>
                  </a:cubicBezTo>
                  <a:moveTo>
                    <a:pt x="2969260" y="522859"/>
                  </a:moveTo>
                  <a:cubicBezTo>
                    <a:pt x="2892044" y="530098"/>
                    <a:pt x="2808224" y="569595"/>
                    <a:pt x="2739263" y="638175"/>
                  </a:cubicBezTo>
                  <a:cubicBezTo>
                    <a:pt x="2670302" y="706755"/>
                    <a:pt x="2630297" y="790448"/>
                    <a:pt x="2622677" y="867537"/>
                  </a:cubicBezTo>
                  <a:cubicBezTo>
                    <a:pt x="2699893" y="860298"/>
                    <a:pt x="2783713" y="820801"/>
                    <a:pt x="2852674" y="752221"/>
                  </a:cubicBezTo>
                  <a:cubicBezTo>
                    <a:pt x="2921635" y="683641"/>
                    <a:pt x="2961640" y="600075"/>
                    <a:pt x="2969260" y="522859"/>
                  </a:cubicBezTo>
                  <a:moveTo>
                    <a:pt x="2189226" y="318643"/>
                  </a:moveTo>
                  <a:cubicBezTo>
                    <a:pt x="2214626" y="224790"/>
                    <a:pt x="2207387" y="132461"/>
                    <a:pt x="2175510" y="61722"/>
                  </a:cubicBezTo>
                  <a:cubicBezTo>
                    <a:pt x="2112264" y="106553"/>
                    <a:pt x="2059305" y="182753"/>
                    <a:pt x="2033905" y="276606"/>
                  </a:cubicBezTo>
                  <a:cubicBezTo>
                    <a:pt x="2008505" y="370459"/>
                    <a:pt x="2015744" y="462915"/>
                    <a:pt x="2047748" y="533527"/>
                  </a:cubicBezTo>
                  <a:cubicBezTo>
                    <a:pt x="2110994" y="488696"/>
                    <a:pt x="2163826" y="412496"/>
                    <a:pt x="2189226" y="318643"/>
                  </a:cubicBezTo>
                  <a:moveTo>
                    <a:pt x="1382776" y="531749"/>
                  </a:moveTo>
                  <a:cubicBezTo>
                    <a:pt x="1415161" y="461264"/>
                    <a:pt x="1422781" y="368808"/>
                    <a:pt x="1397889" y="274828"/>
                  </a:cubicBezTo>
                  <a:cubicBezTo>
                    <a:pt x="1372997" y="180848"/>
                    <a:pt x="1320546" y="104394"/>
                    <a:pt x="1257554" y="59182"/>
                  </a:cubicBezTo>
                  <a:cubicBezTo>
                    <a:pt x="1225169" y="129667"/>
                    <a:pt x="1217549" y="222123"/>
                    <a:pt x="1242441" y="316103"/>
                  </a:cubicBezTo>
                  <a:cubicBezTo>
                    <a:pt x="1267333" y="410083"/>
                    <a:pt x="1319784" y="486537"/>
                    <a:pt x="1382903" y="531749"/>
                  </a:cubicBezTo>
                  <a:moveTo>
                    <a:pt x="805942" y="862711"/>
                  </a:moveTo>
                  <a:cubicBezTo>
                    <a:pt x="798703" y="785495"/>
                    <a:pt x="759079" y="701675"/>
                    <a:pt x="690626" y="632714"/>
                  </a:cubicBezTo>
                  <a:cubicBezTo>
                    <a:pt x="622173" y="563753"/>
                    <a:pt x="538480" y="523748"/>
                    <a:pt x="461264" y="516128"/>
                  </a:cubicBezTo>
                  <a:cubicBezTo>
                    <a:pt x="468503" y="593344"/>
                    <a:pt x="508000" y="677291"/>
                    <a:pt x="576580" y="746125"/>
                  </a:cubicBezTo>
                  <a:cubicBezTo>
                    <a:pt x="645160" y="814959"/>
                    <a:pt x="728853" y="855091"/>
                    <a:pt x="806069" y="862711"/>
                  </a:cubicBezTo>
                  <a:moveTo>
                    <a:pt x="214884" y="1451483"/>
                  </a:moveTo>
                  <a:cubicBezTo>
                    <a:pt x="308737" y="1476883"/>
                    <a:pt x="401193" y="1469644"/>
                    <a:pt x="471805" y="1437640"/>
                  </a:cubicBezTo>
                  <a:cubicBezTo>
                    <a:pt x="426974" y="1374394"/>
                    <a:pt x="350774" y="1321562"/>
                    <a:pt x="256921" y="1296162"/>
                  </a:cubicBezTo>
                  <a:cubicBezTo>
                    <a:pt x="163068" y="1270762"/>
                    <a:pt x="70739" y="1278001"/>
                    <a:pt x="0" y="1309878"/>
                  </a:cubicBezTo>
                  <a:cubicBezTo>
                    <a:pt x="44831" y="1373124"/>
                    <a:pt x="121031" y="1426083"/>
                    <a:pt x="214884" y="1451483"/>
                  </a:cubicBezTo>
                  <a:moveTo>
                    <a:pt x="2419858" y="759587"/>
                  </a:moveTo>
                  <a:cubicBezTo>
                    <a:pt x="2527427" y="573151"/>
                    <a:pt x="2588641" y="385064"/>
                    <a:pt x="2598674" y="237617"/>
                  </a:cubicBezTo>
                  <a:cubicBezTo>
                    <a:pt x="2475992" y="319786"/>
                    <a:pt x="2343658" y="466852"/>
                    <a:pt x="2236089" y="653415"/>
                  </a:cubicBezTo>
                  <a:cubicBezTo>
                    <a:pt x="2128520" y="839978"/>
                    <a:pt x="2067179" y="1028192"/>
                    <a:pt x="2057273" y="1175385"/>
                  </a:cubicBezTo>
                  <a:cubicBezTo>
                    <a:pt x="2179828" y="1093089"/>
                    <a:pt x="2312162" y="946023"/>
                    <a:pt x="2419858" y="759587"/>
                  </a:cubicBezTo>
                  <a:moveTo>
                    <a:pt x="1366647" y="1175258"/>
                  </a:moveTo>
                  <a:cubicBezTo>
                    <a:pt x="1356741" y="1027938"/>
                    <a:pt x="1295527" y="839851"/>
                    <a:pt x="1187831" y="653415"/>
                  </a:cubicBezTo>
                  <a:cubicBezTo>
                    <a:pt x="1080135" y="466979"/>
                    <a:pt x="947801" y="319913"/>
                    <a:pt x="825246" y="237617"/>
                  </a:cubicBezTo>
                  <a:cubicBezTo>
                    <a:pt x="835152" y="384937"/>
                    <a:pt x="896366" y="573024"/>
                    <a:pt x="1004062" y="759587"/>
                  </a:cubicBezTo>
                  <a:cubicBezTo>
                    <a:pt x="1111758" y="946150"/>
                    <a:pt x="1244092" y="1093216"/>
                    <a:pt x="1366647" y="1175385"/>
                  </a:cubicBezTo>
                  <a:moveTo>
                    <a:pt x="2019173" y="1596390"/>
                  </a:moveTo>
                  <a:lnTo>
                    <a:pt x="2082673" y="1590040"/>
                  </a:lnTo>
                  <a:cubicBezTo>
                    <a:pt x="2115312" y="1585722"/>
                    <a:pt x="2149094" y="1579753"/>
                    <a:pt x="2184146" y="1571879"/>
                  </a:cubicBezTo>
                  <a:cubicBezTo>
                    <a:pt x="2343531" y="1536446"/>
                    <a:pt x="2523744" y="1465453"/>
                    <a:pt x="2702941" y="1362075"/>
                  </a:cubicBezTo>
                  <a:cubicBezTo>
                    <a:pt x="2947289" y="1220978"/>
                    <a:pt x="3139821" y="1047750"/>
                    <a:pt x="3247898" y="887095"/>
                  </a:cubicBezTo>
                  <a:cubicBezTo>
                    <a:pt x="3054858" y="900049"/>
                    <a:pt x="2808351" y="980186"/>
                    <a:pt x="2563876" y="1121283"/>
                  </a:cubicBezTo>
                  <a:cubicBezTo>
                    <a:pt x="2319274" y="1262380"/>
                    <a:pt x="2126615" y="1435735"/>
                    <a:pt x="2019046" y="1596390"/>
                  </a:cubicBezTo>
                  <a:moveTo>
                    <a:pt x="1712087" y="0"/>
                  </a:moveTo>
                  <a:cubicBezTo>
                    <a:pt x="1567561" y="217551"/>
                    <a:pt x="1476375" y="535051"/>
                    <a:pt x="1476375" y="888365"/>
                  </a:cubicBezTo>
                  <a:cubicBezTo>
                    <a:pt x="1476375" y="1241933"/>
                    <a:pt x="1567561" y="1559560"/>
                    <a:pt x="1711960" y="1776857"/>
                  </a:cubicBezTo>
                  <a:cubicBezTo>
                    <a:pt x="1856359" y="1559433"/>
                    <a:pt x="1947418" y="1241806"/>
                    <a:pt x="1947418" y="888365"/>
                  </a:cubicBezTo>
                  <a:cubicBezTo>
                    <a:pt x="1947418" y="534924"/>
                    <a:pt x="1856486" y="217678"/>
                    <a:pt x="1712087" y="0"/>
                  </a:cubicBezTo>
                  <a:moveTo>
                    <a:pt x="720852" y="1361821"/>
                  </a:moveTo>
                  <a:cubicBezTo>
                    <a:pt x="900557" y="1465580"/>
                    <a:pt x="1081405" y="1536446"/>
                    <a:pt x="1241171" y="1571752"/>
                  </a:cubicBezTo>
                  <a:lnTo>
                    <a:pt x="1342644" y="1589786"/>
                  </a:lnTo>
                  <a:cubicBezTo>
                    <a:pt x="1363980" y="1592580"/>
                    <a:pt x="1384681" y="1594739"/>
                    <a:pt x="1404874" y="1596009"/>
                  </a:cubicBezTo>
                  <a:cubicBezTo>
                    <a:pt x="1297051" y="1435354"/>
                    <a:pt x="1104265" y="1262126"/>
                    <a:pt x="859917" y="1121029"/>
                  </a:cubicBezTo>
                  <a:cubicBezTo>
                    <a:pt x="615569" y="979932"/>
                    <a:pt x="369062" y="899795"/>
                    <a:pt x="176149" y="886714"/>
                  </a:cubicBezTo>
                  <a:cubicBezTo>
                    <a:pt x="283845" y="1047369"/>
                    <a:pt x="476504" y="1220724"/>
                    <a:pt x="720979" y="1361821"/>
                  </a:cubicBezTo>
                </a:path>
              </a:pathLst>
            </a:custGeom>
            <a:solidFill>
              <a:srgbClr val="DBA3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BE3C7706-217B-6795-F7B2-35826B084890}"/>
                </a:ext>
              </a:extLst>
            </p:cNvPr>
            <p:cNvSpPr/>
            <p:nvPr/>
          </p:nvSpPr>
          <p:spPr>
            <a:xfrm>
              <a:off x="188087" y="2494788"/>
              <a:ext cx="1031875" cy="738251"/>
            </a:xfrm>
            <a:custGeom>
              <a:avLst/>
              <a:gdLst/>
              <a:ahLst/>
              <a:cxnLst/>
              <a:rect l="l" t="t" r="r" b="b"/>
              <a:pathLst>
                <a:path w="1031875" h="738251">
                  <a:moveTo>
                    <a:pt x="1031875" y="257175"/>
                  </a:moveTo>
                  <a:lnTo>
                    <a:pt x="550799" y="738251"/>
                  </a:lnTo>
                  <a:cubicBezTo>
                    <a:pt x="307721" y="546608"/>
                    <a:pt x="116205" y="292481"/>
                    <a:pt x="0" y="0"/>
                  </a:cubicBezTo>
                  <a:lnTo>
                    <a:pt x="805053" y="0"/>
                  </a:lnTo>
                  <a:cubicBezTo>
                    <a:pt x="865251" y="98298"/>
                    <a:pt x="942086" y="185420"/>
                    <a:pt x="1031875" y="257175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3CE5726C-D3CA-9F2D-FFFB-95F110BC458A}"/>
                </a:ext>
              </a:extLst>
            </p:cNvPr>
            <p:cNvSpPr/>
            <p:nvPr/>
          </p:nvSpPr>
          <p:spPr>
            <a:xfrm>
              <a:off x="63500" y="1840230"/>
              <a:ext cx="1390904" cy="959612"/>
            </a:xfrm>
            <a:custGeom>
              <a:avLst/>
              <a:gdLst/>
              <a:ahLst/>
              <a:cxnLst/>
              <a:rect l="l" t="t" r="r" b="b"/>
              <a:pathLst>
                <a:path w="1390904" h="959612">
                  <a:moveTo>
                    <a:pt x="784733" y="139954"/>
                  </a:moveTo>
                  <a:cubicBezTo>
                    <a:pt x="784733" y="117348"/>
                    <a:pt x="803148" y="98933"/>
                    <a:pt x="825754" y="98933"/>
                  </a:cubicBezTo>
                  <a:cubicBezTo>
                    <a:pt x="848360" y="98933"/>
                    <a:pt x="866775" y="117348"/>
                    <a:pt x="866775" y="139954"/>
                  </a:cubicBezTo>
                  <a:cubicBezTo>
                    <a:pt x="866775" y="501650"/>
                    <a:pt x="1079754" y="814578"/>
                    <a:pt x="1387094" y="959612"/>
                  </a:cubicBezTo>
                  <a:lnTo>
                    <a:pt x="1387094" y="349377"/>
                  </a:lnTo>
                  <a:cubicBezTo>
                    <a:pt x="1387094" y="333756"/>
                    <a:pt x="1387348" y="316103"/>
                    <a:pt x="1387729" y="296799"/>
                  </a:cubicBezTo>
                  <a:cubicBezTo>
                    <a:pt x="1389126" y="217043"/>
                    <a:pt x="1390904" y="110490"/>
                    <a:pt x="1373505" y="4953"/>
                  </a:cubicBezTo>
                  <a:lnTo>
                    <a:pt x="1306703" y="0"/>
                  </a:lnTo>
                  <a:lnTo>
                    <a:pt x="0" y="0"/>
                  </a:lnTo>
                  <a:cubicBezTo>
                    <a:pt x="0" y="200279"/>
                    <a:pt x="33147" y="392811"/>
                    <a:pt x="94361" y="572389"/>
                  </a:cubicBezTo>
                  <a:lnTo>
                    <a:pt x="884555" y="572389"/>
                  </a:lnTo>
                  <a:cubicBezTo>
                    <a:pt x="820674" y="441579"/>
                    <a:pt x="784733" y="294894"/>
                    <a:pt x="784733" y="13995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F7D34881-0774-71C9-6718-845BB0D8B42F}"/>
                </a:ext>
              </a:extLst>
            </p:cNvPr>
            <p:cNvSpPr/>
            <p:nvPr/>
          </p:nvSpPr>
          <p:spPr>
            <a:xfrm>
              <a:off x="1523111" y="1866011"/>
              <a:ext cx="272161" cy="1019175"/>
            </a:xfrm>
            <a:custGeom>
              <a:avLst/>
              <a:gdLst/>
              <a:ahLst/>
              <a:cxnLst/>
              <a:rect l="l" t="t" r="r" b="b"/>
              <a:pathLst>
                <a:path w="272161" h="1019175">
                  <a:moveTo>
                    <a:pt x="0" y="127"/>
                  </a:moveTo>
                  <a:cubicBezTo>
                    <a:pt x="12954" y="100457"/>
                    <a:pt x="11303" y="197485"/>
                    <a:pt x="10160" y="272415"/>
                  </a:cubicBezTo>
                  <a:lnTo>
                    <a:pt x="9525" y="323596"/>
                  </a:lnTo>
                  <a:lnTo>
                    <a:pt x="9525" y="967613"/>
                  </a:lnTo>
                  <a:cubicBezTo>
                    <a:pt x="92202" y="997331"/>
                    <a:pt x="180340" y="1014984"/>
                    <a:pt x="272161" y="1019175"/>
                  </a:cubicBezTo>
                  <a:lnTo>
                    <a:pt x="272161" y="248031"/>
                  </a:lnTo>
                  <a:cubicBezTo>
                    <a:pt x="219583" y="132334"/>
                    <a:pt x="121158" y="41910"/>
                    <a:pt x="0" y="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AE968FAF-D578-6598-5410-722E90EA8540}"/>
                </a:ext>
              </a:extLst>
            </p:cNvPr>
            <p:cNvSpPr/>
            <p:nvPr/>
          </p:nvSpPr>
          <p:spPr>
            <a:xfrm>
              <a:off x="805053" y="2801239"/>
              <a:ext cx="990219" cy="812165"/>
            </a:xfrm>
            <a:custGeom>
              <a:avLst/>
              <a:gdLst/>
              <a:ahLst/>
              <a:cxnLst/>
              <a:rect l="l" t="t" r="r" b="b"/>
              <a:pathLst>
                <a:path w="990219" h="812165">
                  <a:moveTo>
                    <a:pt x="669290" y="98425"/>
                  </a:moveTo>
                  <a:lnTo>
                    <a:pt x="667766" y="97790"/>
                  </a:lnTo>
                  <a:cubicBezTo>
                    <a:pt x="601472" y="71501"/>
                    <a:pt x="539369" y="38735"/>
                    <a:pt x="481584" y="0"/>
                  </a:cubicBezTo>
                  <a:lnTo>
                    <a:pt x="0" y="481711"/>
                  </a:lnTo>
                  <a:cubicBezTo>
                    <a:pt x="280162" y="682625"/>
                    <a:pt x="621284" y="803783"/>
                    <a:pt x="990219" y="812165"/>
                  </a:cubicBezTo>
                  <a:lnTo>
                    <a:pt x="990219" y="165989"/>
                  </a:lnTo>
                  <a:cubicBezTo>
                    <a:pt x="879983" y="161544"/>
                    <a:pt x="774192" y="138938"/>
                    <a:pt x="676021" y="100838"/>
                  </a:cubicBezTo>
                  <a:lnTo>
                    <a:pt x="671449" y="99187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ADE9E262-9B8C-13B1-700F-A80A5BD1123B}"/>
                </a:ext>
              </a:extLst>
            </p:cNvPr>
            <p:cNvSpPr/>
            <p:nvPr/>
          </p:nvSpPr>
          <p:spPr>
            <a:xfrm>
              <a:off x="1877314" y="1865503"/>
              <a:ext cx="274955" cy="1019683"/>
            </a:xfrm>
            <a:custGeom>
              <a:avLst/>
              <a:gdLst/>
              <a:ahLst/>
              <a:cxnLst/>
              <a:rect l="l" t="t" r="r" b="b"/>
              <a:pathLst>
                <a:path w="274955" h="1019683">
                  <a:moveTo>
                    <a:pt x="0" y="251587"/>
                  </a:moveTo>
                  <a:lnTo>
                    <a:pt x="0" y="1019683"/>
                  </a:lnTo>
                  <a:cubicBezTo>
                    <a:pt x="92710" y="1015619"/>
                    <a:pt x="181864" y="997331"/>
                    <a:pt x="265430" y="967105"/>
                  </a:cubicBezTo>
                  <a:lnTo>
                    <a:pt x="265430" y="324104"/>
                  </a:lnTo>
                  <a:cubicBezTo>
                    <a:pt x="265430" y="308864"/>
                    <a:pt x="265049" y="291719"/>
                    <a:pt x="264795" y="272923"/>
                  </a:cubicBezTo>
                  <a:cubicBezTo>
                    <a:pt x="263652" y="197739"/>
                    <a:pt x="262001" y="100457"/>
                    <a:pt x="274955" y="0"/>
                  </a:cubicBezTo>
                  <a:cubicBezTo>
                    <a:pt x="152146" y="42037"/>
                    <a:pt x="52451" y="133985"/>
                    <a:pt x="0" y="25158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3DFF9E0D-22E3-3C3A-DF7C-B041943CEDC7}"/>
                </a:ext>
              </a:extLst>
            </p:cNvPr>
            <p:cNvSpPr/>
            <p:nvPr/>
          </p:nvSpPr>
          <p:spPr>
            <a:xfrm>
              <a:off x="1877187" y="2800604"/>
              <a:ext cx="991616" cy="812800"/>
            </a:xfrm>
            <a:custGeom>
              <a:avLst/>
              <a:gdLst/>
              <a:ahLst/>
              <a:cxnLst/>
              <a:rect l="l" t="t" r="r" b="b"/>
              <a:pathLst>
                <a:path w="991616" h="812800">
                  <a:moveTo>
                    <a:pt x="330708" y="95123"/>
                  </a:moveTo>
                  <a:lnTo>
                    <a:pt x="318008" y="100203"/>
                  </a:lnTo>
                  <a:lnTo>
                    <a:pt x="310896" y="102870"/>
                  </a:lnTo>
                  <a:cubicBezTo>
                    <a:pt x="213614" y="140081"/>
                    <a:pt x="109220" y="162433"/>
                    <a:pt x="0" y="166751"/>
                  </a:cubicBezTo>
                  <a:lnTo>
                    <a:pt x="0" y="812800"/>
                  </a:lnTo>
                  <a:cubicBezTo>
                    <a:pt x="369443" y="804799"/>
                    <a:pt x="711073" y="683641"/>
                    <a:pt x="991616" y="482346"/>
                  </a:cubicBezTo>
                  <a:lnTo>
                    <a:pt x="509270" y="0"/>
                  </a:lnTo>
                  <a:cubicBezTo>
                    <a:pt x="453517" y="37592"/>
                    <a:pt x="393700" y="69596"/>
                    <a:pt x="330708" y="9525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339A3565-4999-968E-4D4F-39550D214A1B}"/>
                </a:ext>
              </a:extLst>
            </p:cNvPr>
            <p:cNvSpPr/>
            <p:nvPr/>
          </p:nvSpPr>
          <p:spPr>
            <a:xfrm>
              <a:off x="2453132" y="2494788"/>
              <a:ext cx="1032637" cy="738251"/>
            </a:xfrm>
            <a:custGeom>
              <a:avLst/>
              <a:gdLst/>
              <a:ahLst/>
              <a:cxnLst/>
              <a:rect l="l" t="t" r="r" b="b"/>
              <a:pathLst>
                <a:path w="1032637" h="738251">
                  <a:moveTo>
                    <a:pt x="127" y="256540"/>
                  </a:moveTo>
                  <a:lnTo>
                    <a:pt x="481838" y="738251"/>
                  </a:lnTo>
                  <a:cubicBezTo>
                    <a:pt x="724916" y="546481"/>
                    <a:pt x="916432" y="292481"/>
                    <a:pt x="1032637" y="0"/>
                  </a:cubicBezTo>
                  <a:lnTo>
                    <a:pt x="226187" y="0"/>
                  </a:lnTo>
                  <a:cubicBezTo>
                    <a:pt x="166116" y="98171"/>
                    <a:pt x="89535" y="185039"/>
                    <a:pt x="0" y="25654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8FF41331-B7DE-205B-442A-91E2C4E62ABF}"/>
                </a:ext>
              </a:extLst>
            </p:cNvPr>
            <p:cNvSpPr/>
            <p:nvPr/>
          </p:nvSpPr>
          <p:spPr>
            <a:xfrm>
              <a:off x="2221103" y="1840357"/>
              <a:ext cx="1389507" cy="958342"/>
            </a:xfrm>
            <a:custGeom>
              <a:avLst/>
              <a:gdLst/>
              <a:ahLst/>
              <a:cxnLst/>
              <a:rect l="l" t="t" r="r" b="b"/>
              <a:pathLst>
                <a:path w="1389507" h="958342">
                  <a:moveTo>
                    <a:pt x="82550" y="0"/>
                  </a:moveTo>
                  <a:lnTo>
                    <a:pt x="17399" y="4572"/>
                  </a:lnTo>
                  <a:cubicBezTo>
                    <a:pt x="0" y="110109"/>
                    <a:pt x="1778" y="216916"/>
                    <a:pt x="3175" y="296799"/>
                  </a:cubicBezTo>
                  <a:lnTo>
                    <a:pt x="3810" y="349377"/>
                  </a:lnTo>
                  <a:lnTo>
                    <a:pt x="3810" y="958342"/>
                  </a:lnTo>
                  <a:cubicBezTo>
                    <a:pt x="309626" y="812673"/>
                    <a:pt x="521335" y="500507"/>
                    <a:pt x="521335" y="139954"/>
                  </a:cubicBezTo>
                  <a:cubicBezTo>
                    <a:pt x="521335" y="117348"/>
                    <a:pt x="539750" y="98933"/>
                    <a:pt x="562356" y="98933"/>
                  </a:cubicBezTo>
                  <a:cubicBezTo>
                    <a:pt x="584962" y="98933"/>
                    <a:pt x="603377" y="117348"/>
                    <a:pt x="603377" y="139954"/>
                  </a:cubicBezTo>
                  <a:cubicBezTo>
                    <a:pt x="603377" y="294894"/>
                    <a:pt x="567436" y="441706"/>
                    <a:pt x="503809" y="572389"/>
                  </a:cubicBezTo>
                  <a:lnTo>
                    <a:pt x="1295146" y="572389"/>
                  </a:lnTo>
                  <a:cubicBezTo>
                    <a:pt x="1356360" y="392811"/>
                    <a:pt x="1389507" y="200279"/>
                    <a:pt x="13895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83B93-7BFF-BB86-AE93-875A28227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99024" y="9524364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1600" smtClean="0">
                <a:solidFill>
                  <a:schemeClr val="bg1"/>
                </a:solidFill>
              </a:rPr>
              <a:pPr/>
              <a:t>6</a:t>
            </a:fld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695D78-90FA-26A2-FDFC-E6B15EF23A27}"/>
              </a:ext>
            </a:extLst>
          </p:cNvPr>
          <p:cNvSpPr txBox="1"/>
          <p:nvPr/>
        </p:nvSpPr>
        <p:spPr>
          <a:xfrm>
            <a:off x="615522" y="2461512"/>
            <a:ext cx="14464667" cy="5183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Conventional lathe machines rely on experienced operators to identify abnormal sound and vibration manually during machining.</a:t>
            </a:r>
          </a:p>
          <a:p>
            <a:pPr algn="just">
              <a:lnSpc>
                <a:spcPct val="150000"/>
              </a:lnSpc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Advanced CNC machines use integrated sensors and control systems for real-time condition monitoring and fault detection.</a:t>
            </a:r>
          </a:p>
          <a:p>
            <a:pPr algn="just">
              <a:lnSpc>
                <a:spcPct val="150000"/>
              </a:lnSpc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External high-cost systems use vibration and acoustic sensors with advanced analysis techniques for machine health monitoring in large industries.</a:t>
            </a:r>
          </a:p>
        </p:txBody>
      </p:sp>
    </p:spTree>
    <p:extLst>
      <p:ext uri="{BB962C8B-B14F-4D97-AF65-F5344CB8AC3E}">
        <p14:creationId xmlns:p14="http://schemas.microsoft.com/office/powerpoint/2010/main" val="1975424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">
            <a:extLst>
              <a:ext uri="{FF2B5EF4-FFF2-40B4-BE49-F238E27FC236}">
                <a16:creationId xmlns:a16="http://schemas.microsoft.com/office/drawing/2014/main" id="{98C9E870-84CB-601E-29FA-00B71255FECC}"/>
              </a:ext>
            </a:extLst>
          </p:cNvPr>
          <p:cNvSpPr/>
          <p:nvPr/>
        </p:nvSpPr>
        <p:spPr>
          <a:xfrm>
            <a:off x="-24897" y="0"/>
            <a:ext cx="18312897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35088" y="594753"/>
            <a:ext cx="7272808" cy="752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 dirty="0">
                <a:solidFill>
                  <a:srgbClr val="1B277B"/>
                </a:solidFill>
                <a:latin typeface="Stencil" panose="040409050D0802020404" pitchFamily="82" charset="0"/>
              </a:rPr>
              <a:t>  </a:t>
            </a:r>
            <a:r>
              <a:rPr lang="en-US" sz="4800" b="1" dirty="0">
                <a:solidFill>
                  <a:srgbClr val="1B277B"/>
                </a:solidFill>
                <a:latin typeface="Stencil" panose="040409050D0802020404" pitchFamily="82" charset="0"/>
                <a:cs typeface="Times New Roman" panose="02020603050405020304" pitchFamily="18" charset="0"/>
              </a:rPr>
              <a:t>WORKING PRINCIPLE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218223" y="0"/>
            <a:ext cx="3086100" cy="10287000"/>
            <a:chOff x="0" y="0"/>
            <a:chExt cx="812800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16686D4-41A0-BE2A-32BB-9A958F24A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07496" y="9490903"/>
            <a:ext cx="6784032" cy="797173"/>
          </a:xfrm>
        </p:spPr>
        <p:txBody>
          <a:bodyPr/>
          <a:lstStyle/>
          <a:p>
            <a:r>
              <a:rPr lang="en-US" dirty="0"/>
              <a:t>Department Of Electronics And Communication Engineering</a:t>
            </a:r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D398B593-8059-36A6-F2F3-E545B2F4D8C6}"/>
              </a:ext>
            </a:extLst>
          </p:cNvPr>
          <p:cNvSpPr/>
          <p:nvPr/>
        </p:nvSpPr>
        <p:spPr>
          <a:xfrm>
            <a:off x="1079104" y="1471092"/>
            <a:ext cx="6768752" cy="1"/>
          </a:xfrm>
          <a:prstGeom prst="line">
            <a:avLst/>
          </a:prstGeom>
          <a:ln w="38100" cap="flat">
            <a:solidFill>
              <a:srgbClr val="1E0B9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>
              <a:ln>
                <a:solidFill>
                  <a:srgbClr val="1E0B93"/>
                </a:solidFill>
              </a:ln>
            </a:endParaRPr>
          </a:p>
        </p:txBody>
      </p:sp>
      <p:grpSp>
        <p:nvGrpSpPr>
          <p:cNvPr id="9" name="Group 11">
            <a:extLst>
              <a:ext uri="{FF2B5EF4-FFF2-40B4-BE49-F238E27FC236}">
                <a16:creationId xmlns:a16="http://schemas.microsoft.com/office/drawing/2014/main" id="{E971F1C7-8003-9535-8587-FCEB14BD1E98}"/>
              </a:ext>
            </a:extLst>
          </p:cNvPr>
          <p:cNvGrpSpPr>
            <a:grpSpLocks noChangeAspect="1"/>
          </p:cNvGrpSpPr>
          <p:nvPr/>
        </p:nvGrpSpPr>
        <p:grpSpPr>
          <a:xfrm>
            <a:off x="16015374" y="390972"/>
            <a:ext cx="1491797" cy="1492952"/>
            <a:chOff x="0" y="0"/>
            <a:chExt cx="3673970" cy="3676815"/>
          </a:xfrm>
        </p:grpSpPr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154E3A7A-B3A0-2586-BEC7-8777054B8174}"/>
                </a:ext>
              </a:extLst>
            </p:cNvPr>
            <p:cNvSpPr/>
            <p:nvPr/>
          </p:nvSpPr>
          <p:spPr>
            <a:xfrm>
              <a:off x="123825" y="63500"/>
              <a:ext cx="3426206" cy="1776857"/>
            </a:xfrm>
            <a:custGeom>
              <a:avLst/>
              <a:gdLst/>
              <a:ahLst/>
              <a:cxnLst/>
              <a:rect l="l" t="t" r="r" b="b"/>
              <a:pathLst>
                <a:path w="3426206" h="1776857">
                  <a:moveTo>
                    <a:pt x="2953766" y="1444371"/>
                  </a:moveTo>
                  <a:cubicBezTo>
                    <a:pt x="3024251" y="1476756"/>
                    <a:pt x="3116707" y="1484376"/>
                    <a:pt x="3210560" y="1459484"/>
                  </a:cubicBezTo>
                  <a:cubicBezTo>
                    <a:pt x="3304413" y="1434592"/>
                    <a:pt x="3380994" y="1382141"/>
                    <a:pt x="3426206" y="1319149"/>
                  </a:cubicBezTo>
                  <a:cubicBezTo>
                    <a:pt x="3355721" y="1286764"/>
                    <a:pt x="3263265" y="1279144"/>
                    <a:pt x="3169285" y="1304036"/>
                  </a:cubicBezTo>
                  <a:cubicBezTo>
                    <a:pt x="3075305" y="1328928"/>
                    <a:pt x="2998724" y="1381379"/>
                    <a:pt x="2953639" y="1444371"/>
                  </a:cubicBezTo>
                  <a:moveTo>
                    <a:pt x="2969260" y="522859"/>
                  </a:moveTo>
                  <a:cubicBezTo>
                    <a:pt x="2892044" y="530098"/>
                    <a:pt x="2808224" y="569595"/>
                    <a:pt x="2739263" y="638175"/>
                  </a:cubicBezTo>
                  <a:cubicBezTo>
                    <a:pt x="2670302" y="706755"/>
                    <a:pt x="2630297" y="790448"/>
                    <a:pt x="2622677" y="867537"/>
                  </a:cubicBezTo>
                  <a:cubicBezTo>
                    <a:pt x="2699893" y="860298"/>
                    <a:pt x="2783713" y="820801"/>
                    <a:pt x="2852674" y="752221"/>
                  </a:cubicBezTo>
                  <a:cubicBezTo>
                    <a:pt x="2921635" y="683641"/>
                    <a:pt x="2961640" y="600075"/>
                    <a:pt x="2969260" y="522859"/>
                  </a:cubicBezTo>
                  <a:moveTo>
                    <a:pt x="2189226" y="318643"/>
                  </a:moveTo>
                  <a:cubicBezTo>
                    <a:pt x="2214626" y="224790"/>
                    <a:pt x="2207387" y="132461"/>
                    <a:pt x="2175510" y="61722"/>
                  </a:cubicBezTo>
                  <a:cubicBezTo>
                    <a:pt x="2112264" y="106553"/>
                    <a:pt x="2059305" y="182753"/>
                    <a:pt x="2033905" y="276606"/>
                  </a:cubicBezTo>
                  <a:cubicBezTo>
                    <a:pt x="2008505" y="370459"/>
                    <a:pt x="2015744" y="462915"/>
                    <a:pt x="2047748" y="533527"/>
                  </a:cubicBezTo>
                  <a:cubicBezTo>
                    <a:pt x="2110994" y="488696"/>
                    <a:pt x="2163826" y="412496"/>
                    <a:pt x="2189226" y="318643"/>
                  </a:cubicBezTo>
                  <a:moveTo>
                    <a:pt x="1382776" y="531749"/>
                  </a:moveTo>
                  <a:cubicBezTo>
                    <a:pt x="1415161" y="461264"/>
                    <a:pt x="1422781" y="368808"/>
                    <a:pt x="1397889" y="274828"/>
                  </a:cubicBezTo>
                  <a:cubicBezTo>
                    <a:pt x="1372997" y="180848"/>
                    <a:pt x="1320546" y="104394"/>
                    <a:pt x="1257554" y="59182"/>
                  </a:cubicBezTo>
                  <a:cubicBezTo>
                    <a:pt x="1225169" y="129667"/>
                    <a:pt x="1217549" y="222123"/>
                    <a:pt x="1242441" y="316103"/>
                  </a:cubicBezTo>
                  <a:cubicBezTo>
                    <a:pt x="1267333" y="410083"/>
                    <a:pt x="1319784" y="486537"/>
                    <a:pt x="1382903" y="531749"/>
                  </a:cubicBezTo>
                  <a:moveTo>
                    <a:pt x="805942" y="862711"/>
                  </a:moveTo>
                  <a:cubicBezTo>
                    <a:pt x="798703" y="785495"/>
                    <a:pt x="759079" y="701675"/>
                    <a:pt x="690626" y="632714"/>
                  </a:cubicBezTo>
                  <a:cubicBezTo>
                    <a:pt x="622173" y="563753"/>
                    <a:pt x="538480" y="523748"/>
                    <a:pt x="461264" y="516128"/>
                  </a:cubicBezTo>
                  <a:cubicBezTo>
                    <a:pt x="468503" y="593344"/>
                    <a:pt x="508000" y="677291"/>
                    <a:pt x="576580" y="746125"/>
                  </a:cubicBezTo>
                  <a:cubicBezTo>
                    <a:pt x="645160" y="814959"/>
                    <a:pt x="728853" y="855091"/>
                    <a:pt x="806069" y="862711"/>
                  </a:cubicBezTo>
                  <a:moveTo>
                    <a:pt x="214884" y="1451483"/>
                  </a:moveTo>
                  <a:cubicBezTo>
                    <a:pt x="308737" y="1476883"/>
                    <a:pt x="401193" y="1469644"/>
                    <a:pt x="471805" y="1437640"/>
                  </a:cubicBezTo>
                  <a:cubicBezTo>
                    <a:pt x="426974" y="1374394"/>
                    <a:pt x="350774" y="1321562"/>
                    <a:pt x="256921" y="1296162"/>
                  </a:cubicBezTo>
                  <a:cubicBezTo>
                    <a:pt x="163068" y="1270762"/>
                    <a:pt x="70739" y="1278001"/>
                    <a:pt x="0" y="1309878"/>
                  </a:cubicBezTo>
                  <a:cubicBezTo>
                    <a:pt x="44831" y="1373124"/>
                    <a:pt x="121031" y="1426083"/>
                    <a:pt x="214884" y="1451483"/>
                  </a:cubicBezTo>
                  <a:moveTo>
                    <a:pt x="2419858" y="759587"/>
                  </a:moveTo>
                  <a:cubicBezTo>
                    <a:pt x="2527427" y="573151"/>
                    <a:pt x="2588641" y="385064"/>
                    <a:pt x="2598674" y="237617"/>
                  </a:cubicBezTo>
                  <a:cubicBezTo>
                    <a:pt x="2475992" y="319786"/>
                    <a:pt x="2343658" y="466852"/>
                    <a:pt x="2236089" y="653415"/>
                  </a:cubicBezTo>
                  <a:cubicBezTo>
                    <a:pt x="2128520" y="839978"/>
                    <a:pt x="2067179" y="1028192"/>
                    <a:pt x="2057273" y="1175385"/>
                  </a:cubicBezTo>
                  <a:cubicBezTo>
                    <a:pt x="2179828" y="1093089"/>
                    <a:pt x="2312162" y="946023"/>
                    <a:pt x="2419858" y="759587"/>
                  </a:cubicBezTo>
                  <a:moveTo>
                    <a:pt x="1366647" y="1175258"/>
                  </a:moveTo>
                  <a:cubicBezTo>
                    <a:pt x="1356741" y="1027938"/>
                    <a:pt x="1295527" y="839851"/>
                    <a:pt x="1187831" y="653415"/>
                  </a:cubicBezTo>
                  <a:cubicBezTo>
                    <a:pt x="1080135" y="466979"/>
                    <a:pt x="947801" y="319913"/>
                    <a:pt x="825246" y="237617"/>
                  </a:cubicBezTo>
                  <a:cubicBezTo>
                    <a:pt x="835152" y="384937"/>
                    <a:pt x="896366" y="573024"/>
                    <a:pt x="1004062" y="759587"/>
                  </a:cubicBezTo>
                  <a:cubicBezTo>
                    <a:pt x="1111758" y="946150"/>
                    <a:pt x="1244092" y="1093216"/>
                    <a:pt x="1366647" y="1175385"/>
                  </a:cubicBezTo>
                  <a:moveTo>
                    <a:pt x="2019173" y="1596390"/>
                  </a:moveTo>
                  <a:lnTo>
                    <a:pt x="2082673" y="1590040"/>
                  </a:lnTo>
                  <a:cubicBezTo>
                    <a:pt x="2115312" y="1585722"/>
                    <a:pt x="2149094" y="1579753"/>
                    <a:pt x="2184146" y="1571879"/>
                  </a:cubicBezTo>
                  <a:cubicBezTo>
                    <a:pt x="2343531" y="1536446"/>
                    <a:pt x="2523744" y="1465453"/>
                    <a:pt x="2702941" y="1362075"/>
                  </a:cubicBezTo>
                  <a:cubicBezTo>
                    <a:pt x="2947289" y="1220978"/>
                    <a:pt x="3139821" y="1047750"/>
                    <a:pt x="3247898" y="887095"/>
                  </a:cubicBezTo>
                  <a:cubicBezTo>
                    <a:pt x="3054858" y="900049"/>
                    <a:pt x="2808351" y="980186"/>
                    <a:pt x="2563876" y="1121283"/>
                  </a:cubicBezTo>
                  <a:cubicBezTo>
                    <a:pt x="2319274" y="1262380"/>
                    <a:pt x="2126615" y="1435735"/>
                    <a:pt x="2019046" y="1596390"/>
                  </a:cubicBezTo>
                  <a:moveTo>
                    <a:pt x="1712087" y="0"/>
                  </a:moveTo>
                  <a:cubicBezTo>
                    <a:pt x="1567561" y="217551"/>
                    <a:pt x="1476375" y="535051"/>
                    <a:pt x="1476375" y="888365"/>
                  </a:cubicBezTo>
                  <a:cubicBezTo>
                    <a:pt x="1476375" y="1241933"/>
                    <a:pt x="1567561" y="1559560"/>
                    <a:pt x="1711960" y="1776857"/>
                  </a:cubicBezTo>
                  <a:cubicBezTo>
                    <a:pt x="1856359" y="1559433"/>
                    <a:pt x="1947418" y="1241806"/>
                    <a:pt x="1947418" y="888365"/>
                  </a:cubicBezTo>
                  <a:cubicBezTo>
                    <a:pt x="1947418" y="534924"/>
                    <a:pt x="1856486" y="217678"/>
                    <a:pt x="1712087" y="0"/>
                  </a:cubicBezTo>
                  <a:moveTo>
                    <a:pt x="720852" y="1361821"/>
                  </a:moveTo>
                  <a:cubicBezTo>
                    <a:pt x="900557" y="1465580"/>
                    <a:pt x="1081405" y="1536446"/>
                    <a:pt x="1241171" y="1571752"/>
                  </a:cubicBezTo>
                  <a:lnTo>
                    <a:pt x="1342644" y="1589786"/>
                  </a:lnTo>
                  <a:cubicBezTo>
                    <a:pt x="1363980" y="1592580"/>
                    <a:pt x="1384681" y="1594739"/>
                    <a:pt x="1404874" y="1596009"/>
                  </a:cubicBezTo>
                  <a:cubicBezTo>
                    <a:pt x="1297051" y="1435354"/>
                    <a:pt x="1104265" y="1262126"/>
                    <a:pt x="859917" y="1121029"/>
                  </a:cubicBezTo>
                  <a:cubicBezTo>
                    <a:pt x="615569" y="979932"/>
                    <a:pt x="369062" y="899795"/>
                    <a:pt x="176149" y="886714"/>
                  </a:cubicBezTo>
                  <a:cubicBezTo>
                    <a:pt x="283845" y="1047369"/>
                    <a:pt x="476504" y="1220724"/>
                    <a:pt x="720979" y="1361821"/>
                  </a:cubicBezTo>
                </a:path>
              </a:pathLst>
            </a:custGeom>
            <a:solidFill>
              <a:srgbClr val="DBA3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B21C1DB1-A065-C8E5-52F9-49995E0EA196}"/>
                </a:ext>
              </a:extLst>
            </p:cNvPr>
            <p:cNvSpPr/>
            <p:nvPr/>
          </p:nvSpPr>
          <p:spPr>
            <a:xfrm>
              <a:off x="188087" y="2494788"/>
              <a:ext cx="1031875" cy="738251"/>
            </a:xfrm>
            <a:custGeom>
              <a:avLst/>
              <a:gdLst/>
              <a:ahLst/>
              <a:cxnLst/>
              <a:rect l="l" t="t" r="r" b="b"/>
              <a:pathLst>
                <a:path w="1031875" h="738251">
                  <a:moveTo>
                    <a:pt x="1031875" y="257175"/>
                  </a:moveTo>
                  <a:lnTo>
                    <a:pt x="550799" y="738251"/>
                  </a:lnTo>
                  <a:cubicBezTo>
                    <a:pt x="307721" y="546608"/>
                    <a:pt x="116205" y="292481"/>
                    <a:pt x="0" y="0"/>
                  </a:cubicBezTo>
                  <a:lnTo>
                    <a:pt x="805053" y="0"/>
                  </a:lnTo>
                  <a:cubicBezTo>
                    <a:pt x="865251" y="98298"/>
                    <a:pt x="942086" y="185420"/>
                    <a:pt x="1031875" y="257175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41151DC5-A3AA-19A7-F12F-688F4DBBF109}"/>
                </a:ext>
              </a:extLst>
            </p:cNvPr>
            <p:cNvSpPr/>
            <p:nvPr/>
          </p:nvSpPr>
          <p:spPr>
            <a:xfrm>
              <a:off x="63500" y="1840230"/>
              <a:ext cx="1390904" cy="959612"/>
            </a:xfrm>
            <a:custGeom>
              <a:avLst/>
              <a:gdLst/>
              <a:ahLst/>
              <a:cxnLst/>
              <a:rect l="l" t="t" r="r" b="b"/>
              <a:pathLst>
                <a:path w="1390904" h="959612">
                  <a:moveTo>
                    <a:pt x="784733" y="139954"/>
                  </a:moveTo>
                  <a:cubicBezTo>
                    <a:pt x="784733" y="117348"/>
                    <a:pt x="803148" y="98933"/>
                    <a:pt x="825754" y="98933"/>
                  </a:cubicBezTo>
                  <a:cubicBezTo>
                    <a:pt x="848360" y="98933"/>
                    <a:pt x="866775" y="117348"/>
                    <a:pt x="866775" y="139954"/>
                  </a:cubicBezTo>
                  <a:cubicBezTo>
                    <a:pt x="866775" y="501650"/>
                    <a:pt x="1079754" y="814578"/>
                    <a:pt x="1387094" y="959612"/>
                  </a:cubicBezTo>
                  <a:lnTo>
                    <a:pt x="1387094" y="349377"/>
                  </a:lnTo>
                  <a:cubicBezTo>
                    <a:pt x="1387094" y="333756"/>
                    <a:pt x="1387348" y="316103"/>
                    <a:pt x="1387729" y="296799"/>
                  </a:cubicBezTo>
                  <a:cubicBezTo>
                    <a:pt x="1389126" y="217043"/>
                    <a:pt x="1390904" y="110490"/>
                    <a:pt x="1373505" y="4953"/>
                  </a:cubicBezTo>
                  <a:lnTo>
                    <a:pt x="1306703" y="0"/>
                  </a:lnTo>
                  <a:lnTo>
                    <a:pt x="0" y="0"/>
                  </a:lnTo>
                  <a:cubicBezTo>
                    <a:pt x="0" y="200279"/>
                    <a:pt x="33147" y="392811"/>
                    <a:pt x="94361" y="572389"/>
                  </a:cubicBezTo>
                  <a:lnTo>
                    <a:pt x="884555" y="572389"/>
                  </a:lnTo>
                  <a:cubicBezTo>
                    <a:pt x="820674" y="441579"/>
                    <a:pt x="784733" y="294894"/>
                    <a:pt x="784733" y="13995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8E0519F8-91B8-C3DE-EEC6-5763B4AF1F88}"/>
                </a:ext>
              </a:extLst>
            </p:cNvPr>
            <p:cNvSpPr/>
            <p:nvPr/>
          </p:nvSpPr>
          <p:spPr>
            <a:xfrm>
              <a:off x="1523111" y="1866011"/>
              <a:ext cx="272161" cy="1019175"/>
            </a:xfrm>
            <a:custGeom>
              <a:avLst/>
              <a:gdLst/>
              <a:ahLst/>
              <a:cxnLst/>
              <a:rect l="l" t="t" r="r" b="b"/>
              <a:pathLst>
                <a:path w="272161" h="1019175">
                  <a:moveTo>
                    <a:pt x="0" y="127"/>
                  </a:moveTo>
                  <a:cubicBezTo>
                    <a:pt x="12954" y="100457"/>
                    <a:pt x="11303" y="197485"/>
                    <a:pt x="10160" y="272415"/>
                  </a:cubicBezTo>
                  <a:lnTo>
                    <a:pt x="9525" y="323596"/>
                  </a:lnTo>
                  <a:lnTo>
                    <a:pt x="9525" y="967613"/>
                  </a:lnTo>
                  <a:cubicBezTo>
                    <a:pt x="92202" y="997331"/>
                    <a:pt x="180340" y="1014984"/>
                    <a:pt x="272161" y="1019175"/>
                  </a:cubicBezTo>
                  <a:lnTo>
                    <a:pt x="272161" y="248031"/>
                  </a:lnTo>
                  <a:cubicBezTo>
                    <a:pt x="219583" y="132334"/>
                    <a:pt x="121158" y="41910"/>
                    <a:pt x="0" y="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FCE01818-2DBE-BF53-6BAF-C6481ACEB991}"/>
                </a:ext>
              </a:extLst>
            </p:cNvPr>
            <p:cNvSpPr/>
            <p:nvPr/>
          </p:nvSpPr>
          <p:spPr>
            <a:xfrm>
              <a:off x="805053" y="2801239"/>
              <a:ext cx="990219" cy="812165"/>
            </a:xfrm>
            <a:custGeom>
              <a:avLst/>
              <a:gdLst/>
              <a:ahLst/>
              <a:cxnLst/>
              <a:rect l="l" t="t" r="r" b="b"/>
              <a:pathLst>
                <a:path w="990219" h="812165">
                  <a:moveTo>
                    <a:pt x="669290" y="98425"/>
                  </a:moveTo>
                  <a:lnTo>
                    <a:pt x="667766" y="97790"/>
                  </a:lnTo>
                  <a:cubicBezTo>
                    <a:pt x="601472" y="71501"/>
                    <a:pt x="539369" y="38735"/>
                    <a:pt x="481584" y="0"/>
                  </a:cubicBezTo>
                  <a:lnTo>
                    <a:pt x="0" y="481711"/>
                  </a:lnTo>
                  <a:cubicBezTo>
                    <a:pt x="280162" y="682625"/>
                    <a:pt x="621284" y="803783"/>
                    <a:pt x="990219" y="812165"/>
                  </a:cubicBezTo>
                  <a:lnTo>
                    <a:pt x="990219" y="165989"/>
                  </a:lnTo>
                  <a:cubicBezTo>
                    <a:pt x="879983" y="161544"/>
                    <a:pt x="774192" y="138938"/>
                    <a:pt x="676021" y="100838"/>
                  </a:cubicBezTo>
                  <a:lnTo>
                    <a:pt x="671449" y="99187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8CC76BF3-BB07-5AD7-7C32-79FEAD91DB87}"/>
                </a:ext>
              </a:extLst>
            </p:cNvPr>
            <p:cNvSpPr/>
            <p:nvPr/>
          </p:nvSpPr>
          <p:spPr>
            <a:xfrm>
              <a:off x="1877314" y="1865503"/>
              <a:ext cx="274955" cy="1019683"/>
            </a:xfrm>
            <a:custGeom>
              <a:avLst/>
              <a:gdLst/>
              <a:ahLst/>
              <a:cxnLst/>
              <a:rect l="l" t="t" r="r" b="b"/>
              <a:pathLst>
                <a:path w="274955" h="1019683">
                  <a:moveTo>
                    <a:pt x="0" y="251587"/>
                  </a:moveTo>
                  <a:lnTo>
                    <a:pt x="0" y="1019683"/>
                  </a:lnTo>
                  <a:cubicBezTo>
                    <a:pt x="92710" y="1015619"/>
                    <a:pt x="181864" y="997331"/>
                    <a:pt x="265430" y="967105"/>
                  </a:cubicBezTo>
                  <a:lnTo>
                    <a:pt x="265430" y="324104"/>
                  </a:lnTo>
                  <a:cubicBezTo>
                    <a:pt x="265430" y="308864"/>
                    <a:pt x="265049" y="291719"/>
                    <a:pt x="264795" y="272923"/>
                  </a:cubicBezTo>
                  <a:cubicBezTo>
                    <a:pt x="263652" y="197739"/>
                    <a:pt x="262001" y="100457"/>
                    <a:pt x="274955" y="0"/>
                  </a:cubicBezTo>
                  <a:cubicBezTo>
                    <a:pt x="152146" y="42037"/>
                    <a:pt x="52451" y="133985"/>
                    <a:pt x="0" y="25158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88D7C98F-9B2D-50A3-7582-E3257E6B57D4}"/>
                </a:ext>
              </a:extLst>
            </p:cNvPr>
            <p:cNvSpPr/>
            <p:nvPr/>
          </p:nvSpPr>
          <p:spPr>
            <a:xfrm>
              <a:off x="1877187" y="2800604"/>
              <a:ext cx="991616" cy="812800"/>
            </a:xfrm>
            <a:custGeom>
              <a:avLst/>
              <a:gdLst/>
              <a:ahLst/>
              <a:cxnLst/>
              <a:rect l="l" t="t" r="r" b="b"/>
              <a:pathLst>
                <a:path w="991616" h="812800">
                  <a:moveTo>
                    <a:pt x="330708" y="95123"/>
                  </a:moveTo>
                  <a:lnTo>
                    <a:pt x="318008" y="100203"/>
                  </a:lnTo>
                  <a:lnTo>
                    <a:pt x="310896" y="102870"/>
                  </a:lnTo>
                  <a:cubicBezTo>
                    <a:pt x="213614" y="140081"/>
                    <a:pt x="109220" y="162433"/>
                    <a:pt x="0" y="166751"/>
                  </a:cubicBezTo>
                  <a:lnTo>
                    <a:pt x="0" y="812800"/>
                  </a:lnTo>
                  <a:cubicBezTo>
                    <a:pt x="369443" y="804799"/>
                    <a:pt x="711073" y="683641"/>
                    <a:pt x="991616" y="482346"/>
                  </a:cubicBezTo>
                  <a:lnTo>
                    <a:pt x="509270" y="0"/>
                  </a:lnTo>
                  <a:cubicBezTo>
                    <a:pt x="453517" y="37592"/>
                    <a:pt x="393700" y="69596"/>
                    <a:pt x="330708" y="9525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3A221439-8D06-014A-1EC0-2D65C77D7B76}"/>
                </a:ext>
              </a:extLst>
            </p:cNvPr>
            <p:cNvSpPr/>
            <p:nvPr/>
          </p:nvSpPr>
          <p:spPr>
            <a:xfrm>
              <a:off x="2453132" y="2494788"/>
              <a:ext cx="1032637" cy="738251"/>
            </a:xfrm>
            <a:custGeom>
              <a:avLst/>
              <a:gdLst/>
              <a:ahLst/>
              <a:cxnLst/>
              <a:rect l="l" t="t" r="r" b="b"/>
              <a:pathLst>
                <a:path w="1032637" h="738251">
                  <a:moveTo>
                    <a:pt x="127" y="256540"/>
                  </a:moveTo>
                  <a:lnTo>
                    <a:pt x="481838" y="738251"/>
                  </a:lnTo>
                  <a:cubicBezTo>
                    <a:pt x="724916" y="546481"/>
                    <a:pt x="916432" y="292481"/>
                    <a:pt x="1032637" y="0"/>
                  </a:cubicBezTo>
                  <a:lnTo>
                    <a:pt x="226187" y="0"/>
                  </a:lnTo>
                  <a:cubicBezTo>
                    <a:pt x="166116" y="98171"/>
                    <a:pt x="89535" y="185039"/>
                    <a:pt x="0" y="25654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BDA056A4-373E-1A67-0747-CD16757BF0B0}"/>
                </a:ext>
              </a:extLst>
            </p:cNvPr>
            <p:cNvSpPr/>
            <p:nvPr/>
          </p:nvSpPr>
          <p:spPr>
            <a:xfrm>
              <a:off x="2221103" y="1840357"/>
              <a:ext cx="1389507" cy="958342"/>
            </a:xfrm>
            <a:custGeom>
              <a:avLst/>
              <a:gdLst/>
              <a:ahLst/>
              <a:cxnLst/>
              <a:rect l="l" t="t" r="r" b="b"/>
              <a:pathLst>
                <a:path w="1389507" h="958342">
                  <a:moveTo>
                    <a:pt x="82550" y="0"/>
                  </a:moveTo>
                  <a:lnTo>
                    <a:pt x="17399" y="4572"/>
                  </a:lnTo>
                  <a:cubicBezTo>
                    <a:pt x="0" y="110109"/>
                    <a:pt x="1778" y="216916"/>
                    <a:pt x="3175" y="296799"/>
                  </a:cubicBezTo>
                  <a:lnTo>
                    <a:pt x="3810" y="349377"/>
                  </a:lnTo>
                  <a:lnTo>
                    <a:pt x="3810" y="958342"/>
                  </a:lnTo>
                  <a:cubicBezTo>
                    <a:pt x="309626" y="812673"/>
                    <a:pt x="521335" y="500507"/>
                    <a:pt x="521335" y="139954"/>
                  </a:cubicBezTo>
                  <a:cubicBezTo>
                    <a:pt x="521335" y="117348"/>
                    <a:pt x="539750" y="98933"/>
                    <a:pt x="562356" y="98933"/>
                  </a:cubicBezTo>
                  <a:cubicBezTo>
                    <a:pt x="584962" y="98933"/>
                    <a:pt x="603377" y="117348"/>
                    <a:pt x="603377" y="139954"/>
                  </a:cubicBezTo>
                  <a:cubicBezTo>
                    <a:pt x="603377" y="294894"/>
                    <a:pt x="567436" y="441706"/>
                    <a:pt x="503809" y="572389"/>
                  </a:cubicBezTo>
                  <a:lnTo>
                    <a:pt x="1295146" y="572389"/>
                  </a:lnTo>
                  <a:cubicBezTo>
                    <a:pt x="1356360" y="392811"/>
                    <a:pt x="1389507" y="200279"/>
                    <a:pt x="13895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926BB-DA48-A201-2842-E54075BB8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99024" y="9524364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1600" smtClean="0">
                <a:solidFill>
                  <a:schemeClr val="bg1"/>
                </a:solidFill>
              </a:rPr>
              <a:pPr/>
              <a:t>7</a:t>
            </a:fld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01B885-28BB-7C2D-BF16-30801CF0FE33}"/>
              </a:ext>
            </a:extLst>
          </p:cNvPr>
          <p:cNvSpPr txBox="1"/>
          <p:nvPr/>
        </p:nvSpPr>
        <p:spPr>
          <a:xfrm>
            <a:off x="431032" y="1703731"/>
            <a:ext cx="14464667" cy="7778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smart indicator module is placed externally near the conventional lathe machine, where vibration and sound sensors capture signals generated during machining.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When the system is powered ON, it enters a self-calibration phase in which it records sensor readings during normal machining to establish baseline reference values.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After calibration, the system continuously monitors vibration and sound signals while machining is in progress.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microcontroller compares live sensor data with stored baseline values to detect any abnormal changes.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If the deviation exceeds normal limits, the system activates visual indicators (LEDs) and audible alerts (buzzer) to warn the operator.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operator can then take corrective action such as adjusting cutting parameters or replacing the tool to prevent damage.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6BFC7-A895-BE02-BA0A-0DE393429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">
            <a:extLst>
              <a:ext uri="{FF2B5EF4-FFF2-40B4-BE49-F238E27FC236}">
                <a16:creationId xmlns:a16="http://schemas.microsoft.com/office/drawing/2014/main" id="{0A850BCB-813D-30E6-6280-B13B24A0AFA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r>
              <a:rPr lang="en-US" sz="4800" b="1" dirty="0">
                <a:solidFill>
                  <a:srgbClr val="1B2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US" sz="4800" b="1" dirty="0">
                <a:solidFill>
                  <a:srgbClr val="1B277B"/>
                </a:solidFill>
                <a:latin typeface="Stencil" panose="040409050D0802020404" pitchFamily="82" charset="0"/>
                <a:cs typeface="Times New Roman" panose="02020603050405020304" pitchFamily="18" charset="0"/>
              </a:rPr>
              <a:t>   BLOCK DIAGRAM</a:t>
            </a:r>
            <a:endParaRPr lang="en-US" sz="4800" dirty="0">
              <a:latin typeface="Stencil" panose="040409050D0802020404" pitchFamily="82" charset="0"/>
              <a:cs typeface="Times New Roman" panose="02020603050405020304" pitchFamily="18" charset="0"/>
            </a:endParaRP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455308BE-E4A2-A5C3-E9CC-A39C89AC0500}"/>
              </a:ext>
            </a:extLst>
          </p:cNvPr>
          <p:cNvGrpSpPr/>
          <p:nvPr/>
        </p:nvGrpSpPr>
        <p:grpSpPr>
          <a:xfrm>
            <a:off x="0" y="-180826"/>
            <a:ext cx="18284793" cy="10467826"/>
            <a:chOff x="0" y="-47625"/>
            <a:chExt cx="4815748" cy="2756958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3FD70D90-7B5D-52DD-78B7-5800333DD41D}"/>
                </a:ext>
              </a:extLst>
            </p:cNvPr>
            <p:cNvSpPr/>
            <p:nvPr/>
          </p:nvSpPr>
          <p:spPr>
            <a:xfrm>
              <a:off x="4002948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7">
              <a:extLst>
                <a:ext uri="{FF2B5EF4-FFF2-40B4-BE49-F238E27FC236}">
                  <a16:creationId xmlns:a16="http://schemas.microsoft.com/office/drawing/2014/main" id="{468AF29A-A15C-7E57-3885-6B7AEBC1A376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10" name="Group 18">
            <a:extLst>
              <a:ext uri="{FF2B5EF4-FFF2-40B4-BE49-F238E27FC236}">
                <a16:creationId xmlns:a16="http://schemas.microsoft.com/office/drawing/2014/main" id="{3248966B-5CFC-6828-7390-1BCCFF45D9EA}"/>
              </a:ext>
            </a:extLst>
          </p:cNvPr>
          <p:cNvGrpSpPr>
            <a:grpSpLocks noChangeAspect="1"/>
          </p:cNvGrpSpPr>
          <p:nvPr/>
        </p:nvGrpSpPr>
        <p:grpSpPr>
          <a:xfrm>
            <a:off x="16081305" y="384308"/>
            <a:ext cx="1491797" cy="1492952"/>
            <a:chOff x="0" y="0"/>
            <a:chExt cx="3673970" cy="3676815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85D34064-7D80-DCFC-3EBA-CBCA44B53C3C}"/>
                </a:ext>
              </a:extLst>
            </p:cNvPr>
            <p:cNvSpPr/>
            <p:nvPr/>
          </p:nvSpPr>
          <p:spPr>
            <a:xfrm>
              <a:off x="123825" y="63500"/>
              <a:ext cx="3426206" cy="1776857"/>
            </a:xfrm>
            <a:custGeom>
              <a:avLst/>
              <a:gdLst/>
              <a:ahLst/>
              <a:cxnLst/>
              <a:rect l="l" t="t" r="r" b="b"/>
              <a:pathLst>
                <a:path w="3426206" h="1776857">
                  <a:moveTo>
                    <a:pt x="2953766" y="1444371"/>
                  </a:moveTo>
                  <a:cubicBezTo>
                    <a:pt x="3024251" y="1476756"/>
                    <a:pt x="3116707" y="1484376"/>
                    <a:pt x="3210560" y="1459484"/>
                  </a:cubicBezTo>
                  <a:cubicBezTo>
                    <a:pt x="3304413" y="1434592"/>
                    <a:pt x="3380994" y="1382141"/>
                    <a:pt x="3426206" y="1319149"/>
                  </a:cubicBezTo>
                  <a:cubicBezTo>
                    <a:pt x="3355721" y="1286764"/>
                    <a:pt x="3263265" y="1279144"/>
                    <a:pt x="3169285" y="1304036"/>
                  </a:cubicBezTo>
                  <a:cubicBezTo>
                    <a:pt x="3075305" y="1328928"/>
                    <a:pt x="2998724" y="1381379"/>
                    <a:pt x="2953639" y="1444371"/>
                  </a:cubicBezTo>
                  <a:moveTo>
                    <a:pt x="2969260" y="522859"/>
                  </a:moveTo>
                  <a:cubicBezTo>
                    <a:pt x="2892044" y="530098"/>
                    <a:pt x="2808224" y="569595"/>
                    <a:pt x="2739263" y="638175"/>
                  </a:cubicBezTo>
                  <a:cubicBezTo>
                    <a:pt x="2670302" y="706755"/>
                    <a:pt x="2630297" y="790448"/>
                    <a:pt x="2622677" y="867537"/>
                  </a:cubicBezTo>
                  <a:cubicBezTo>
                    <a:pt x="2699893" y="860298"/>
                    <a:pt x="2783713" y="820801"/>
                    <a:pt x="2852674" y="752221"/>
                  </a:cubicBezTo>
                  <a:cubicBezTo>
                    <a:pt x="2921635" y="683641"/>
                    <a:pt x="2961640" y="600075"/>
                    <a:pt x="2969260" y="522859"/>
                  </a:cubicBezTo>
                  <a:moveTo>
                    <a:pt x="2189226" y="318643"/>
                  </a:moveTo>
                  <a:cubicBezTo>
                    <a:pt x="2214626" y="224790"/>
                    <a:pt x="2207387" y="132461"/>
                    <a:pt x="2175510" y="61722"/>
                  </a:cubicBezTo>
                  <a:cubicBezTo>
                    <a:pt x="2112264" y="106553"/>
                    <a:pt x="2059305" y="182753"/>
                    <a:pt x="2033905" y="276606"/>
                  </a:cubicBezTo>
                  <a:cubicBezTo>
                    <a:pt x="2008505" y="370459"/>
                    <a:pt x="2015744" y="462915"/>
                    <a:pt x="2047748" y="533527"/>
                  </a:cubicBezTo>
                  <a:cubicBezTo>
                    <a:pt x="2110994" y="488696"/>
                    <a:pt x="2163826" y="412496"/>
                    <a:pt x="2189226" y="318643"/>
                  </a:cubicBezTo>
                  <a:moveTo>
                    <a:pt x="1382776" y="531749"/>
                  </a:moveTo>
                  <a:cubicBezTo>
                    <a:pt x="1415161" y="461264"/>
                    <a:pt x="1422781" y="368808"/>
                    <a:pt x="1397889" y="274828"/>
                  </a:cubicBezTo>
                  <a:cubicBezTo>
                    <a:pt x="1372997" y="180848"/>
                    <a:pt x="1320546" y="104394"/>
                    <a:pt x="1257554" y="59182"/>
                  </a:cubicBezTo>
                  <a:cubicBezTo>
                    <a:pt x="1225169" y="129667"/>
                    <a:pt x="1217549" y="222123"/>
                    <a:pt x="1242441" y="316103"/>
                  </a:cubicBezTo>
                  <a:cubicBezTo>
                    <a:pt x="1267333" y="410083"/>
                    <a:pt x="1319784" y="486537"/>
                    <a:pt x="1382903" y="531749"/>
                  </a:cubicBezTo>
                  <a:moveTo>
                    <a:pt x="805942" y="862711"/>
                  </a:moveTo>
                  <a:cubicBezTo>
                    <a:pt x="798703" y="785495"/>
                    <a:pt x="759079" y="701675"/>
                    <a:pt x="690626" y="632714"/>
                  </a:cubicBezTo>
                  <a:cubicBezTo>
                    <a:pt x="622173" y="563753"/>
                    <a:pt x="538480" y="523748"/>
                    <a:pt x="461264" y="516128"/>
                  </a:cubicBezTo>
                  <a:cubicBezTo>
                    <a:pt x="468503" y="593344"/>
                    <a:pt x="508000" y="677291"/>
                    <a:pt x="576580" y="746125"/>
                  </a:cubicBezTo>
                  <a:cubicBezTo>
                    <a:pt x="645160" y="814959"/>
                    <a:pt x="728853" y="855091"/>
                    <a:pt x="806069" y="862711"/>
                  </a:cubicBezTo>
                  <a:moveTo>
                    <a:pt x="214884" y="1451483"/>
                  </a:moveTo>
                  <a:cubicBezTo>
                    <a:pt x="308737" y="1476883"/>
                    <a:pt x="401193" y="1469644"/>
                    <a:pt x="471805" y="1437640"/>
                  </a:cubicBezTo>
                  <a:cubicBezTo>
                    <a:pt x="426974" y="1374394"/>
                    <a:pt x="350774" y="1321562"/>
                    <a:pt x="256921" y="1296162"/>
                  </a:cubicBezTo>
                  <a:cubicBezTo>
                    <a:pt x="163068" y="1270762"/>
                    <a:pt x="70739" y="1278001"/>
                    <a:pt x="0" y="1309878"/>
                  </a:cubicBezTo>
                  <a:cubicBezTo>
                    <a:pt x="44831" y="1373124"/>
                    <a:pt x="121031" y="1426083"/>
                    <a:pt x="214884" y="1451483"/>
                  </a:cubicBezTo>
                  <a:moveTo>
                    <a:pt x="2419858" y="759587"/>
                  </a:moveTo>
                  <a:cubicBezTo>
                    <a:pt x="2527427" y="573151"/>
                    <a:pt x="2588641" y="385064"/>
                    <a:pt x="2598674" y="237617"/>
                  </a:cubicBezTo>
                  <a:cubicBezTo>
                    <a:pt x="2475992" y="319786"/>
                    <a:pt x="2343658" y="466852"/>
                    <a:pt x="2236089" y="653415"/>
                  </a:cubicBezTo>
                  <a:cubicBezTo>
                    <a:pt x="2128520" y="839978"/>
                    <a:pt x="2067179" y="1028192"/>
                    <a:pt x="2057273" y="1175385"/>
                  </a:cubicBezTo>
                  <a:cubicBezTo>
                    <a:pt x="2179828" y="1093089"/>
                    <a:pt x="2312162" y="946023"/>
                    <a:pt x="2419858" y="759587"/>
                  </a:cubicBezTo>
                  <a:moveTo>
                    <a:pt x="1366647" y="1175258"/>
                  </a:moveTo>
                  <a:cubicBezTo>
                    <a:pt x="1356741" y="1027938"/>
                    <a:pt x="1295527" y="839851"/>
                    <a:pt x="1187831" y="653415"/>
                  </a:cubicBezTo>
                  <a:cubicBezTo>
                    <a:pt x="1080135" y="466979"/>
                    <a:pt x="947801" y="319913"/>
                    <a:pt x="825246" y="237617"/>
                  </a:cubicBezTo>
                  <a:cubicBezTo>
                    <a:pt x="835152" y="384937"/>
                    <a:pt x="896366" y="573024"/>
                    <a:pt x="1004062" y="759587"/>
                  </a:cubicBezTo>
                  <a:cubicBezTo>
                    <a:pt x="1111758" y="946150"/>
                    <a:pt x="1244092" y="1093216"/>
                    <a:pt x="1366647" y="1175385"/>
                  </a:cubicBezTo>
                  <a:moveTo>
                    <a:pt x="2019173" y="1596390"/>
                  </a:moveTo>
                  <a:lnTo>
                    <a:pt x="2082673" y="1590040"/>
                  </a:lnTo>
                  <a:cubicBezTo>
                    <a:pt x="2115312" y="1585722"/>
                    <a:pt x="2149094" y="1579753"/>
                    <a:pt x="2184146" y="1571879"/>
                  </a:cubicBezTo>
                  <a:cubicBezTo>
                    <a:pt x="2343531" y="1536446"/>
                    <a:pt x="2523744" y="1465453"/>
                    <a:pt x="2702941" y="1362075"/>
                  </a:cubicBezTo>
                  <a:cubicBezTo>
                    <a:pt x="2947289" y="1220978"/>
                    <a:pt x="3139821" y="1047750"/>
                    <a:pt x="3247898" y="887095"/>
                  </a:cubicBezTo>
                  <a:cubicBezTo>
                    <a:pt x="3054858" y="900049"/>
                    <a:pt x="2808351" y="980186"/>
                    <a:pt x="2563876" y="1121283"/>
                  </a:cubicBezTo>
                  <a:cubicBezTo>
                    <a:pt x="2319274" y="1262380"/>
                    <a:pt x="2126615" y="1435735"/>
                    <a:pt x="2019046" y="1596390"/>
                  </a:cubicBezTo>
                  <a:moveTo>
                    <a:pt x="1712087" y="0"/>
                  </a:moveTo>
                  <a:cubicBezTo>
                    <a:pt x="1567561" y="217551"/>
                    <a:pt x="1476375" y="535051"/>
                    <a:pt x="1476375" y="888365"/>
                  </a:cubicBezTo>
                  <a:cubicBezTo>
                    <a:pt x="1476375" y="1241933"/>
                    <a:pt x="1567561" y="1559560"/>
                    <a:pt x="1711960" y="1776857"/>
                  </a:cubicBezTo>
                  <a:cubicBezTo>
                    <a:pt x="1856359" y="1559433"/>
                    <a:pt x="1947418" y="1241806"/>
                    <a:pt x="1947418" y="888365"/>
                  </a:cubicBezTo>
                  <a:cubicBezTo>
                    <a:pt x="1947418" y="534924"/>
                    <a:pt x="1856486" y="217678"/>
                    <a:pt x="1712087" y="0"/>
                  </a:cubicBezTo>
                  <a:moveTo>
                    <a:pt x="720852" y="1361821"/>
                  </a:moveTo>
                  <a:cubicBezTo>
                    <a:pt x="900557" y="1465580"/>
                    <a:pt x="1081405" y="1536446"/>
                    <a:pt x="1241171" y="1571752"/>
                  </a:cubicBezTo>
                  <a:lnTo>
                    <a:pt x="1342644" y="1589786"/>
                  </a:lnTo>
                  <a:cubicBezTo>
                    <a:pt x="1363980" y="1592580"/>
                    <a:pt x="1384681" y="1594739"/>
                    <a:pt x="1404874" y="1596009"/>
                  </a:cubicBezTo>
                  <a:cubicBezTo>
                    <a:pt x="1297051" y="1435354"/>
                    <a:pt x="1104265" y="1262126"/>
                    <a:pt x="859917" y="1121029"/>
                  </a:cubicBezTo>
                  <a:cubicBezTo>
                    <a:pt x="615569" y="979932"/>
                    <a:pt x="369062" y="899795"/>
                    <a:pt x="176149" y="886714"/>
                  </a:cubicBezTo>
                  <a:cubicBezTo>
                    <a:pt x="283845" y="1047369"/>
                    <a:pt x="476504" y="1220724"/>
                    <a:pt x="720979" y="1361821"/>
                  </a:cubicBezTo>
                </a:path>
              </a:pathLst>
            </a:custGeom>
            <a:solidFill>
              <a:srgbClr val="DBA3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33ACDF91-8BEE-0711-0B0F-581405B11C44}"/>
                </a:ext>
              </a:extLst>
            </p:cNvPr>
            <p:cNvSpPr/>
            <p:nvPr/>
          </p:nvSpPr>
          <p:spPr>
            <a:xfrm>
              <a:off x="188087" y="2494788"/>
              <a:ext cx="1031875" cy="738251"/>
            </a:xfrm>
            <a:custGeom>
              <a:avLst/>
              <a:gdLst/>
              <a:ahLst/>
              <a:cxnLst/>
              <a:rect l="l" t="t" r="r" b="b"/>
              <a:pathLst>
                <a:path w="1031875" h="738251">
                  <a:moveTo>
                    <a:pt x="1031875" y="257175"/>
                  </a:moveTo>
                  <a:lnTo>
                    <a:pt x="550799" y="738251"/>
                  </a:lnTo>
                  <a:cubicBezTo>
                    <a:pt x="307721" y="546608"/>
                    <a:pt x="116205" y="292481"/>
                    <a:pt x="0" y="0"/>
                  </a:cubicBezTo>
                  <a:lnTo>
                    <a:pt x="805053" y="0"/>
                  </a:lnTo>
                  <a:cubicBezTo>
                    <a:pt x="865251" y="98298"/>
                    <a:pt x="942086" y="185420"/>
                    <a:pt x="1031875" y="257175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24A72013-B929-F7E9-3259-A4FD9B89A28D}"/>
                </a:ext>
              </a:extLst>
            </p:cNvPr>
            <p:cNvSpPr/>
            <p:nvPr/>
          </p:nvSpPr>
          <p:spPr>
            <a:xfrm>
              <a:off x="63500" y="1840230"/>
              <a:ext cx="1390904" cy="959612"/>
            </a:xfrm>
            <a:custGeom>
              <a:avLst/>
              <a:gdLst/>
              <a:ahLst/>
              <a:cxnLst/>
              <a:rect l="l" t="t" r="r" b="b"/>
              <a:pathLst>
                <a:path w="1390904" h="959612">
                  <a:moveTo>
                    <a:pt x="784733" y="139954"/>
                  </a:moveTo>
                  <a:cubicBezTo>
                    <a:pt x="784733" y="117348"/>
                    <a:pt x="803148" y="98933"/>
                    <a:pt x="825754" y="98933"/>
                  </a:cubicBezTo>
                  <a:cubicBezTo>
                    <a:pt x="848360" y="98933"/>
                    <a:pt x="866775" y="117348"/>
                    <a:pt x="866775" y="139954"/>
                  </a:cubicBezTo>
                  <a:cubicBezTo>
                    <a:pt x="866775" y="501650"/>
                    <a:pt x="1079754" y="814578"/>
                    <a:pt x="1387094" y="959612"/>
                  </a:cubicBezTo>
                  <a:lnTo>
                    <a:pt x="1387094" y="349377"/>
                  </a:lnTo>
                  <a:cubicBezTo>
                    <a:pt x="1387094" y="333756"/>
                    <a:pt x="1387348" y="316103"/>
                    <a:pt x="1387729" y="296799"/>
                  </a:cubicBezTo>
                  <a:cubicBezTo>
                    <a:pt x="1389126" y="217043"/>
                    <a:pt x="1390904" y="110490"/>
                    <a:pt x="1373505" y="4953"/>
                  </a:cubicBezTo>
                  <a:lnTo>
                    <a:pt x="1306703" y="0"/>
                  </a:lnTo>
                  <a:lnTo>
                    <a:pt x="0" y="0"/>
                  </a:lnTo>
                  <a:cubicBezTo>
                    <a:pt x="0" y="200279"/>
                    <a:pt x="33147" y="392811"/>
                    <a:pt x="94361" y="572389"/>
                  </a:cubicBezTo>
                  <a:lnTo>
                    <a:pt x="884555" y="572389"/>
                  </a:lnTo>
                  <a:cubicBezTo>
                    <a:pt x="820674" y="441579"/>
                    <a:pt x="784733" y="294894"/>
                    <a:pt x="784733" y="13995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2A4F0039-4D27-FA18-FFD1-8402D99E642C}"/>
                </a:ext>
              </a:extLst>
            </p:cNvPr>
            <p:cNvSpPr/>
            <p:nvPr/>
          </p:nvSpPr>
          <p:spPr>
            <a:xfrm>
              <a:off x="1523111" y="1866011"/>
              <a:ext cx="272161" cy="1019175"/>
            </a:xfrm>
            <a:custGeom>
              <a:avLst/>
              <a:gdLst/>
              <a:ahLst/>
              <a:cxnLst/>
              <a:rect l="l" t="t" r="r" b="b"/>
              <a:pathLst>
                <a:path w="272161" h="1019175">
                  <a:moveTo>
                    <a:pt x="0" y="127"/>
                  </a:moveTo>
                  <a:cubicBezTo>
                    <a:pt x="12954" y="100457"/>
                    <a:pt x="11303" y="197485"/>
                    <a:pt x="10160" y="272415"/>
                  </a:cubicBezTo>
                  <a:lnTo>
                    <a:pt x="9525" y="323596"/>
                  </a:lnTo>
                  <a:lnTo>
                    <a:pt x="9525" y="967613"/>
                  </a:lnTo>
                  <a:cubicBezTo>
                    <a:pt x="92202" y="997331"/>
                    <a:pt x="180340" y="1014984"/>
                    <a:pt x="272161" y="1019175"/>
                  </a:cubicBezTo>
                  <a:lnTo>
                    <a:pt x="272161" y="248031"/>
                  </a:lnTo>
                  <a:cubicBezTo>
                    <a:pt x="219583" y="132334"/>
                    <a:pt x="121158" y="41910"/>
                    <a:pt x="0" y="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3C6919E8-DA9F-4582-43A1-DFAFC597B72F}"/>
                </a:ext>
              </a:extLst>
            </p:cNvPr>
            <p:cNvSpPr/>
            <p:nvPr/>
          </p:nvSpPr>
          <p:spPr>
            <a:xfrm>
              <a:off x="805053" y="2801239"/>
              <a:ext cx="990219" cy="812165"/>
            </a:xfrm>
            <a:custGeom>
              <a:avLst/>
              <a:gdLst/>
              <a:ahLst/>
              <a:cxnLst/>
              <a:rect l="l" t="t" r="r" b="b"/>
              <a:pathLst>
                <a:path w="990219" h="812165">
                  <a:moveTo>
                    <a:pt x="669290" y="98425"/>
                  </a:moveTo>
                  <a:lnTo>
                    <a:pt x="667766" y="97790"/>
                  </a:lnTo>
                  <a:cubicBezTo>
                    <a:pt x="601472" y="71501"/>
                    <a:pt x="539369" y="38735"/>
                    <a:pt x="481584" y="0"/>
                  </a:cubicBezTo>
                  <a:lnTo>
                    <a:pt x="0" y="481711"/>
                  </a:lnTo>
                  <a:cubicBezTo>
                    <a:pt x="280162" y="682625"/>
                    <a:pt x="621284" y="803783"/>
                    <a:pt x="990219" y="812165"/>
                  </a:cubicBezTo>
                  <a:lnTo>
                    <a:pt x="990219" y="165989"/>
                  </a:lnTo>
                  <a:cubicBezTo>
                    <a:pt x="879983" y="161544"/>
                    <a:pt x="774192" y="138938"/>
                    <a:pt x="676021" y="100838"/>
                  </a:cubicBezTo>
                  <a:lnTo>
                    <a:pt x="671449" y="99187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24">
              <a:extLst>
                <a:ext uri="{FF2B5EF4-FFF2-40B4-BE49-F238E27FC236}">
                  <a16:creationId xmlns:a16="http://schemas.microsoft.com/office/drawing/2014/main" id="{DB4B2B18-2F0C-43AF-C857-04EDD79EFEBA}"/>
                </a:ext>
              </a:extLst>
            </p:cNvPr>
            <p:cNvSpPr/>
            <p:nvPr/>
          </p:nvSpPr>
          <p:spPr>
            <a:xfrm>
              <a:off x="1877314" y="1865503"/>
              <a:ext cx="274955" cy="1019683"/>
            </a:xfrm>
            <a:custGeom>
              <a:avLst/>
              <a:gdLst/>
              <a:ahLst/>
              <a:cxnLst/>
              <a:rect l="l" t="t" r="r" b="b"/>
              <a:pathLst>
                <a:path w="274955" h="1019683">
                  <a:moveTo>
                    <a:pt x="0" y="251587"/>
                  </a:moveTo>
                  <a:lnTo>
                    <a:pt x="0" y="1019683"/>
                  </a:lnTo>
                  <a:cubicBezTo>
                    <a:pt x="92710" y="1015619"/>
                    <a:pt x="181864" y="997331"/>
                    <a:pt x="265430" y="967105"/>
                  </a:cubicBezTo>
                  <a:lnTo>
                    <a:pt x="265430" y="324104"/>
                  </a:lnTo>
                  <a:cubicBezTo>
                    <a:pt x="265430" y="308864"/>
                    <a:pt x="265049" y="291719"/>
                    <a:pt x="264795" y="272923"/>
                  </a:cubicBezTo>
                  <a:cubicBezTo>
                    <a:pt x="263652" y="197739"/>
                    <a:pt x="262001" y="100457"/>
                    <a:pt x="274955" y="0"/>
                  </a:cubicBezTo>
                  <a:cubicBezTo>
                    <a:pt x="152146" y="42037"/>
                    <a:pt x="52451" y="133985"/>
                    <a:pt x="0" y="25158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25">
              <a:extLst>
                <a:ext uri="{FF2B5EF4-FFF2-40B4-BE49-F238E27FC236}">
                  <a16:creationId xmlns:a16="http://schemas.microsoft.com/office/drawing/2014/main" id="{47FA957F-3538-645D-96FA-432EB3C1FD37}"/>
                </a:ext>
              </a:extLst>
            </p:cNvPr>
            <p:cNvSpPr/>
            <p:nvPr/>
          </p:nvSpPr>
          <p:spPr>
            <a:xfrm>
              <a:off x="1877187" y="2800604"/>
              <a:ext cx="991616" cy="812800"/>
            </a:xfrm>
            <a:custGeom>
              <a:avLst/>
              <a:gdLst/>
              <a:ahLst/>
              <a:cxnLst/>
              <a:rect l="l" t="t" r="r" b="b"/>
              <a:pathLst>
                <a:path w="991616" h="812800">
                  <a:moveTo>
                    <a:pt x="330708" y="95123"/>
                  </a:moveTo>
                  <a:lnTo>
                    <a:pt x="318008" y="100203"/>
                  </a:lnTo>
                  <a:lnTo>
                    <a:pt x="310896" y="102870"/>
                  </a:lnTo>
                  <a:cubicBezTo>
                    <a:pt x="213614" y="140081"/>
                    <a:pt x="109220" y="162433"/>
                    <a:pt x="0" y="166751"/>
                  </a:cubicBezTo>
                  <a:lnTo>
                    <a:pt x="0" y="812800"/>
                  </a:lnTo>
                  <a:cubicBezTo>
                    <a:pt x="369443" y="804799"/>
                    <a:pt x="711073" y="683641"/>
                    <a:pt x="991616" y="482346"/>
                  </a:cubicBezTo>
                  <a:lnTo>
                    <a:pt x="509270" y="0"/>
                  </a:lnTo>
                  <a:cubicBezTo>
                    <a:pt x="453517" y="37592"/>
                    <a:pt x="393700" y="69596"/>
                    <a:pt x="330708" y="9525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26">
              <a:extLst>
                <a:ext uri="{FF2B5EF4-FFF2-40B4-BE49-F238E27FC236}">
                  <a16:creationId xmlns:a16="http://schemas.microsoft.com/office/drawing/2014/main" id="{BF2FF742-706C-8969-985A-FD82BDA3CAFD}"/>
                </a:ext>
              </a:extLst>
            </p:cNvPr>
            <p:cNvSpPr/>
            <p:nvPr/>
          </p:nvSpPr>
          <p:spPr>
            <a:xfrm>
              <a:off x="2453132" y="2494788"/>
              <a:ext cx="1032637" cy="738251"/>
            </a:xfrm>
            <a:custGeom>
              <a:avLst/>
              <a:gdLst/>
              <a:ahLst/>
              <a:cxnLst/>
              <a:rect l="l" t="t" r="r" b="b"/>
              <a:pathLst>
                <a:path w="1032637" h="738251">
                  <a:moveTo>
                    <a:pt x="127" y="256540"/>
                  </a:moveTo>
                  <a:lnTo>
                    <a:pt x="481838" y="738251"/>
                  </a:lnTo>
                  <a:cubicBezTo>
                    <a:pt x="724916" y="546481"/>
                    <a:pt x="916432" y="292481"/>
                    <a:pt x="1032637" y="0"/>
                  </a:cubicBezTo>
                  <a:lnTo>
                    <a:pt x="226187" y="0"/>
                  </a:lnTo>
                  <a:cubicBezTo>
                    <a:pt x="166116" y="98171"/>
                    <a:pt x="89535" y="185039"/>
                    <a:pt x="0" y="25654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27">
              <a:extLst>
                <a:ext uri="{FF2B5EF4-FFF2-40B4-BE49-F238E27FC236}">
                  <a16:creationId xmlns:a16="http://schemas.microsoft.com/office/drawing/2014/main" id="{22EF530D-551D-288C-E9ED-C1B8E5CB9285}"/>
                </a:ext>
              </a:extLst>
            </p:cNvPr>
            <p:cNvSpPr/>
            <p:nvPr/>
          </p:nvSpPr>
          <p:spPr>
            <a:xfrm>
              <a:off x="2221103" y="1840357"/>
              <a:ext cx="1389507" cy="958342"/>
            </a:xfrm>
            <a:custGeom>
              <a:avLst/>
              <a:gdLst/>
              <a:ahLst/>
              <a:cxnLst/>
              <a:rect l="l" t="t" r="r" b="b"/>
              <a:pathLst>
                <a:path w="1389507" h="958342">
                  <a:moveTo>
                    <a:pt x="82550" y="0"/>
                  </a:moveTo>
                  <a:lnTo>
                    <a:pt x="17399" y="4572"/>
                  </a:lnTo>
                  <a:cubicBezTo>
                    <a:pt x="0" y="110109"/>
                    <a:pt x="1778" y="216916"/>
                    <a:pt x="3175" y="296799"/>
                  </a:cubicBezTo>
                  <a:lnTo>
                    <a:pt x="3810" y="349377"/>
                  </a:lnTo>
                  <a:lnTo>
                    <a:pt x="3810" y="958342"/>
                  </a:lnTo>
                  <a:cubicBezTo>
                    <a:pt x="309626" y="812673"/>
                    <a:pt x="521335" y="500507"/>
                    <a:pt x="521335" y="139954"/>
                  </a:cubicBezTo>
                  <a:cubicBezTo>
                    <a:pt x="521335" y="117348"/>
                    <a:pt x="539750" y="98933"/>
                    <a:pt x="562356" y="98933"/>
                  </a:cubicBezTo>
                  <a:cubicBezTo>
                    <a:pt x="584962" y="98933"/>
                    <a:pt x="603377" y="117348"/>
                    <a:pt x="603377" y="139954"/>
                  </a:cubicBezTo>
                  <a:cubicBezTo>
                    <a:pt x="603377" y="294894"/>
                    <a:pt x="567436" y="441706"/>
                    <a:pt x="503809" y="572389"/>
                  </a:cubicBezTo>
                  <a:lnTo>
                    <a:pt x="1295146" y="572389"/>
                  </a:lnTo>
                  <a:cubicBezTo>
                    <a:pt x="1356360" y="392811"/>
                    <a:pt x="1389507" y="200279"/>
                    <a:pt x="13895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4" name="AutoShape 10">
            <a:extLst>
              <a:ext uri="{FF2B5EF4-FFF2-40B4-BE49-F238E27FC236}">
                <a16:creationId xmlns:a16="http://schemas.microsoft.com/office/drawing/2014/main" id="{A88CD140-ECA1-4A7E-435C-48A301FE444A}"/>
              </a:ext>
            </a:extLst>
          </p:cNvPr>
          <p:cNvSpPr/>
          <p:nvPr/>
        </p:nvSpPr>
        <p:spPr>
          <a:xfrm flipV="1">
            <a:off x="501800" y="1538264"/>
            <a:ext cx="6048672" cy="35117"/>
          </a:xfrm>
          <a:prstGeom prst="line">
            <a:avLst/>
          </a:prstGeom>
          <a:ln w="38100" cap="flat">
            <a:solidFill>
              <a:srgbClr val="1E0B9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>
              <a:ln>
                <a:solidFill>
                  <a:srgbClr val="1E0B93"/>
                </a:solidFill>
              </a:ln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BFC7BC-A393-5368-5B29-941BCA002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674943" y="960501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1600" smtClean="0">
                <a:solidFill>
                  <a:schemeClr val="bg1"/>
                </a:solidFill>
              </a:rPr>
              <a:pPr/>
              <a:t>8</a:t>
            </a:fld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40D492-CF5C-4CF5-9994-B16DA4E61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214"/>
          <a:stretch>
            <a:fillRect/>
          </a:stretch>
        </p:blipFill>
        <p:spPr>
          <a:xfrm>
            <a:off x="501800" y="2191171"/>
            <a:ext cx="14444334" cy="641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388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EF38D-E516-A00E-A4CD-887E71D8A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">
            <a:extLst>
              <a:ext uri="{FF2B5EF4-FFF2-40B4-BE49-F238E27FC236}">
                <a16:creationId xmlns:a16="http://schemas.microsoft.com/office/drawing/2014/main" id="{83A54A75-67B5-66DB-48EB-D3CFF1EFCF6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r>
              <a:rPr lang="en-US" sz="4800" b="1" dirty="0">
                <a:solidFill>
                  <a:srgbClr val="1B2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US" sz="4800" b="1" dirty="0">
                <a:solidFill>
                  <a:srgbClr val="1B277B"/>
                </a:solidFill>
                <a:latin typeface="Stencil" panose="040409050D0802020404" pitchFamily="82" charset="0"/>
                <a:cs typeface="Times New Roman" panose="02020603050405020304" pitchFamily="18" charset="0"/>
              </a:rPr>
              <a:t>   CIRCUIT DIAGRAM</a:t>
            </a:r>
            <a:endParaRPr lang="en-US" sz="4800" dirty="0">
              <a:latin typeface="Stencil" panose="040409050D0802020404" pitchFamily="82" charset="0"/>
              <a:cs typeface="Times New Roman" panose="02020603050405020304" pitchFamily="18" charset="0"/>
            </a:endParaRP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53E9F882-7635-460E-B005-ABEB175D5C2E}"/>
              </a:ext>
            </a:extLst>
          </p:cNvPr>
          <p:cNvGrpSpPr/>
          <p:nvPr/>
        </p:nvGrpSpPr>
        <p:grpSpPr>
          <a:xfrm>
            <a:off x="0" y="-180826"/>
            <a:ext cx="18284793" cy="10467826"/>
            <a:chOff x="0" y="-47625"/>
            <a:chExt cx="4815748" cy="2756958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BBA0689-733A-4A26-E837-119628F6F184}"/>
                </a:ext>
              </a:extLst>
            </p:cNvPr>
            <p:cNvSpPr/>
            <p:nvPr/>
          </p:nvSpPr>
          <p:spPr>
            <a:xfrm>
              <a:off x="4002948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7">
              <a:extLst>
                <a:ext uri="{FF2B5EF4-FFF2-40B4-BE49-F238E27FC236}">
                  <a16:creationId xmlns:a16="http://schemas.microsoft.com/office/drawing/2014/main" id="{04444143-1004-FE27-67CA-BAB68E3B4E0D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10" name="Group 18">
            <a:extLst>
              <a:ext uri="{FF2B5EF4-FFF2-40B4-BE49-F238E27FC236}">
                <a16:creationId xmlns:a16="http://schemas.microsoft.com/office/drawing/2014/main" id="{8D8A6A89-B349-886D-326A-998C9DA71252}"/>
              </a:ext>
            </a:extLst>
          </p:cNvPr>
          <p:cNvGrpSpPr>
            <a:grpSpLocks noChangeAspect="1"/>
          </p:cNvGrpSpPr>
          <p:nvPr/>
        </p:nvGrpSpPr>
        <p:grpSpPr>
          <a:xfrm>
            <a:off x="16081305" y="384308"/>
            <a:ext cx="1491797" cy="1492952"/>
            <a:chOff x="0" y="0"/>
            <a:chExt cx="3673970" cy="3676815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FF7CD24-5744-1340-F356-B3D47D00FB7B}"/>
                </a:ext>
              </a:extLst>
            </p:cNvPr>
            <p:cNvSpPr/>
            <p:nvPr/>
          </p:nvSpPr>
          <p:spPr>
            <a:xfrm>
              <a:off x="123825" y="63500"/>
              <a:ext cx="3426206" cy="1776857"/>
            </a:xfrm>
            <a:custGeom>
              <a:avLst/>
              <a:gdLst/>
              <a:ahLst/>
              <a:cxnLst/>
              <a:rect l="l" t="t" r="r" b="b"/>
              <a:pathLst>
                <a:path w="3426206" h="1776857">
                  <a:moveTo>
                    <a:pt x="2953766" y="1444371"/>
                  </a:moveTo>
                  <a:cubicBezTo>
                    <a:pt x="3024251" y="1476756"/>
                    <a:pt x="3116707" y="1484376"/>
                    <a:pt x="3210560" y="1459484"/>
                  </a:cubicBezTo>
                  <a:cubicBezTo>
                    <a:pt x="3304413" y="1434592"/>
                    <a:pt x="3380994" y="1382141"/>
                    <a:pt x="3426206" y="1319149"/>
                  </a:cubicBezTo>
                  <a:cubicBezTo>
                    <a:pt x="3355721" y="1286764"/>
                    <a:pt x="3263265" y="1279144"/>
                    <a:pt x="3169285" y="1304036"/>
                  </a:cubicBezTo>
                  <a:cubicBezTo>
                    <a:pt x="3075305" y="1328928"/>
                    <a:pt x="2998724" y="1381379"/>
                    <a:pt x="2953639" y="1444371"/>
                  </a:cubicBezTo>
                  <a:moveTo>
                    <a:pt x="2969260" y="522859"/>
                  </a:moveTo>
                  <a:cubicBezTo>
                    <a:pt x="2892044" y="530098"/>
                    <a:pt x="2808224" y="569595"/>
                    <a:pt x="2739263" y="638175"/>
                  </a:cubicBezTo>
                  <a:cubicBezTo>
                    <a:pt x="2670302" y="706755"/>
                    <a:pt x="2630297" y="790448"/>
                    <a:pt x="2622677" y="867537"/>
                  </a:cubicBezTo>
                  <a:cubicBezTo>
                    <a:pt x="2699893" y="860298"/>
                    <a:pt x="2783713" y="820801"/>
                    <a:pt x="2852674" y="752221"/>
                  </a:cubicBezTo>
                  <a:cubicBezTo>
                    <a:pt x="2921635" y="683641"/>
                    <a:pt x="2961640" y="600075"/>
                    <a:pt x="2969260" y="522859"/>
                  </a:cubicBezTo>
                  <a:moveTo>
                    <a:pt x="2189226" y="318643"/>
                  </a:moveTo>
                  <a:cubicBezTo>
                    <a:pt x="2214626" y="224790"/>
                    <a:pt x="2207387" y="132461"/>
                    <a:pt x="2175510" y="61722"/>
                  </a:cubicBezTo>
                  <a:cubicBezTo>
                    <a:pt x="2112264" y="106553"/>
                    <a:pt x="2059305" y="182753"/>
                    <a:pt x="2033905" y="276606"/>
                  </a:cubicBezTo>
                  <a:cubicBezTo>
                    <a:pt x="2008505" y="370459"/>
                    <a:pt x="2015744" y="462915"/>
                    <a:pt x="2047748" y="533527"/>
                  </a:cubicBezTo>
                  <a:cubicBezTo>
                    <a:pt x="2110994" y="488696"/>
                    <a:pt x="2163826" y="412496"/>
                    <a:pt x="2189226" y="318643"/>
                  </a:cubicBezTo>
                  <a:moveTo>
                    <a:pt x="1382776" y="531749"/>
                  </a:moveTo>
                  <a:cubicBezTo>
                    <a:pt x="1415161" y="461264"/>
                    <a:pt x="1422781" y="368808"/>
                    <a:pt x="1397889" y="274828"/>
                  </a:cubicBezTo>
                  <a:cubicBezTo>
                    <a:pt x="1372997" y="180848"/>
                    <a:pt x="1320546" y="104394"/>
                    <a:pt x="1257554" y="59182"/>
                  </a:cubicBezTo>
                  <a:cubicBezTo>
                    <a:pt x="1225169" y="129667"/>
                    <a:pt x="1217549" y="222123"/>
                    <a:pt x="1242441" y="316103"/>
                  </a:cubicBezTo>
                  <a:cubicBezTo>
                    <a:pt x="1267333" y="410083"/>
                    <a:pt x="1319784" y="486537"/>
                    <a:pt x="1382903" y="531749"/>
                  </a:cubicBezTo>
                  <a:moveTo>
                    <a:pt x="805942" y="862711"/>
                  </a:moveTo>
                  <a:cubicBezTo>
                    <a:pt x="798703" y="785495"/>
                    <a:pt x="759079" y="701675"/>
                    <a:pt x="690626" y="632714"/>
                  </a:cubicBezTo>
                  <a:cubicBezTo>
                    <a:pt x="622173" y="563753"/>
                    <a:pt x="538480" y="523748"/>
                    <a:pt x="461264" y="516128"/>
                  </a:cubicBezTo>
                  <a:cubicBezTo>
                    <a:pt x="468503" y="593344"/>
                    <a:pt x="508000" y="677291"/>
                    <a:pt x="576580" y="746125"/>
                  </a:cubicBezTo>
                  <a:cubicBezTo>
                    <a:pt x="645160" y="814959"/>
                    <a:pt x="728853" y="855091"/>
                    <a:pt x="806069" y="862711"/>
                  </a:cubicBezTo>
                  <a:moveTo>
                    <a:pt x="214884" y="1451483"/>
                  </a:moveTo>
                  <a:cubicBezTo>
                    <a:pt x="308737" y="1476883"/>
                    <a:pt x="401193" y="1469644"/>
                    <a:pt x="471805" y="1437640"/>
                  </a:cubicBezTo>
                  <a:cubicBezTo>
                    <a:pt x="426974" y="1374394"/>
                    <a:pt x="350774" y="1321562"/>
                    <a:pt x="256921" y="1296162"/>
                  </a:cubicBezTo>
                  <a:cubicBezTo>
                    <a:pt x="163068" y="1270762"/>
                    <a:pt x="70739" y="1278001"/>
                    <a:pt x="0" y="1309878"/>
                  </a:cubicBezTo>
                  <a:cubicBezTo>
                    <a:pt x="44831" y="1373124"/>
                    <a:pt x="121031" y="1426083"/>
                    <a:pt x="214884" y="1451483"/>
                  </a:cubicBezTo>
                  <a:moveTo>
                    <a:pt x="2419858" y="759587"/>
                  </a:moveTo>
                  <a:cubicBezTo>
                    <a:pt x="2527427" y="573151"/>
                    <a:pt x="2588641" y="385064"/>
                    <a:pt x="2598674" y="237617"/>
                  </a:cubicBezTo>
                  <a:cubicBezTo>
                    <a:pt x="2475992" y="319786"/>
                    <a:pt x="2343658" y="466852"/>
                    <a:pt x="2236089" y="653415"/>
                  </a:cubicBezTo>
                  <a:cubicBezTo>
                    <a:pt x="2128520" y="839978"/>
                    <a:pt x="2067179" y="1028192"/>
                    <a:pt x="2057273" y="1175385"/>
                  </a:cubicBezTo>
                  <a:cubicBezTo>
                    <a:pt x="2179828" y="1093089"/>
                    <a:pt x="2312162" y="946023"/>
                    <a:pt x="2419858" y="759587"/>
                  </a:cubicBezTo>
                  <a:moveTo>
                    <a:pt x="1366647" y="1175258"/>
                  </a:moveTo>
                  <a:cubicBezTo>
                    <a:pt x="1356741" y="1027938"/>
                    <a:pt x="1295527" y="839851"/>
                    <a:pt x="1187831" y="653415"/>
                  </a:cubicBezTo>
                  <a:cubicBezTo>
                    <a:pt x="1080135" y="466979"/>
                    <a:pt x="947801" y="319913"/>
                    <a:pt x="825246" y="237617"/>
                  </a:cubicBezTo>
                  <a:cubicBezTo>
                    <a:pt x="835152" y="384937"/>
                    <a:pt x="896366" y="573024"/>
                    <a:pt x="1004062" y="759587"/>
                  </a:cubicBezTo>
                  <a:cubicBezTo>
                    <a:pt x="1111758" y="946150"/>
                    <a:pt x="1244092" y="1093216"/>
                    <a:pt x="1366647" y="1175385"/>
                  </a:cubicBezTo>
                  <a:moveTo>
                    <a:pt x="2019173" y="1596390"/>
                  </a:moveTo>
                  <a:lnTo>
                    <a:pt x="2082673" y="1590040"/>
                  </a:lnTo>
                  <a:cubicBezTo>
                    <a:pt x="2115312" y="1585722"/>
                    <a:pt x="2149094" y="1579753"/>
                    <a:pt x="2184146" y="1571879"/>
                  </a:cubicBezTo>
                  <a:cubicBezTo>
                    <a:pt x="2343531" y="1536446"/>
                    <a:pt x="2523744" y="1465453"/>
                    <a:pt x="2702941" y="1362075"/>
                  </a:cubicBezTo>
                  <a:cubicBezTo>
                    <a:pt x="2947289" y="1220978"/>
                    <a:pt x="3139821" y="1047750"/>
                    <a:pt x="3247898" y="887095"/>
                  </a:cubicBezTo>
                  <a:cubicBezTo>
                    <a:pt x="3054858" y="900049"/>
                    <a:pt x="2808351" y="980186"/>
                    <a:pt x="2563876" y="1121283"/>
                  </a:cubicBezTo>
                  <a:cubicBezTo>
                    <a:pt x="2319274" y="1262380"/>
                    <a:pt x="2126615" y="1435735"/>
                    <a:pt x="2019046" y="1596390"/>
                  </a:cubicBezTo>
                  <a:moveTo>
                    <a:pt x="1712087" y="0"/>
                  </a:moveTo>
                  <a:cubicBezTo>
                    <a:pt x="1567561" y="217551"/>
                    <a:pt x="1476375" y="535051"/>
                    <a:pt x="1476375" y="888365"/>
                  </a:cubicBezTo>
                  <a:cubicBezTo>
                    <a:pt x="1476375" y="1241933"/>
                    <a:pt x="1567561" y="1559560"/>
                    <a:pt x="1711960" y="1776857"/>
                  </a:cubicBezTo>
                  <a:cubicBezTo>
                    <a:pt x="1856359" y="1559433"/>
                    <a:pt x="1947418" y="1241806"/>
                    <a:pt x="1947418" y="888365"/>
                  </a:cubicBezTo>
                  <a:cubicBezTo>
                    <a:pt x="1947418" y="534924"/>
                    <a:pt x="1856486" y="217678"/>
                    <a:pt x="1712087" y="0"/>
                  </a:cubicBezTo>
                  <a:moveTo>
                    <a:pt x="720852" y="1361821"/>
                  </a:moveTo>
                  <a:cubicBezTo>
                    <a:pt x="900557" y="1465580"/>
                    <a:pt x="1081405" y="1536446"/>
                    <a:pt x="1241171" y="1571752"/>
                  </a:cubicBezTo>
                  <a:lnTo>
                    <a:pt x="1342644" y="1589786"/>
                  </a:lnTo>
                  <a:cubicBezTo>
                    <a:pt x="1363980" y="1592580"/>
                    <a:pt x="1384681" y="1594739"/>
                    <a:pt x="1404874" y="1596009"/>
                  </a:cubicBezTo>
                  <a:cubicBezTo>
                    <a:pt x="1297051" y="1435354"/>
                    <a:pt x="1104265" y="1262126"/>
                    <a:pt x="859917" y="1121029"/>
                  </a:cubicBezTo>
                  <a:cubicBezTo>
                    <a:pt x="615569" y="979932"/>
                    <a:pt x="369062" y="899795"/>
                    <a:pt x="176149" y="886714"/>
                  </a:cubicBezTo>
                  <a:cubicBezTo>
                    <a:pt x="283845" y="1047369"/>
                    <a:pt x="476504" y="1220724"/>
                    <a:pt x="720979" y="1361821"/>
                  </a:cubicBezTo>
                </a:path>
              </a:pathLst>
            </a:custGeom>
            <a:solidFill>
              <a:srgbClr val="DBA3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1710AB91-5F1C-AC1F-F5C0-D30865CF94A2}"/>
                </a:ext>
              </a:extLst>
            </p:cNvPr>
            <p:cNvSpPr/>
            <p:nvPr/>
          </p:nvSpPr>
          <p:spPr>
            <a:xfrm>
              <a:off x="188087" y="2494788"/>
              <a:ext cx="1031875" cy="738251"/>
            </a:xfrm>
            <a:custGeom>
              <a:avLst/>
              <a:gdLst/>
              <a:ahLst/>
              <a:cxnLst/>
              <a:rect l="l" t="t" r="r" b="b"/>
              <a:pathLst>
                <a:path w="1031875" h="738251">
                  <a:moveTo>
                    <a:pt x="1031875" y="257175"/>
                  </a:moveTo>
                  <a:lnTo>
                    <a:pt x="550799" y="738251"/>
                  </a:lnTo>
                  <a:cubicBezTo>
                    <a:pt x="307721" y="546608"/>
                    <a:pt x="116205" y="292481"/>
                    <a:pt x="0" y="0"/>
                  </a:cubicBezTo>
                  <a:lnTo>
                    <a:pt x="805053" y="0"/>
                  </a:lnTo>
                  <a:cubicBezTo>
                    <a:pt x="865251" y="98298"/>
                    <a:pt x="942086" y="185420"/>
                    <a:pt x="1031875" y="257175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0397A30-88DE-F612-E868-FFD3BC06FF50}"/>
                </a:ext>
              </a:extLst>
            </p:cNvPr>
            <p:cNvSpPr/>
            <p:nvPr/>
          </p:nvSpPr>
          <p:spPr>
            <a:xfrm>
              <a:off x="63500" y="1840230"/>
              <a:ext cx="1390904" cy="959612"/>
            </a:xfrm>
            <a:custGeom>
              <a:avLst/>
              <a:gdLst/>
              <a:ahLst/>
              <a:cxnLst/>
              <a:rect l="l" t="t" r="r" b="b"/>
              <a:pathLst>
                <a:path w="1390904" h="959612">
                  <a:moveTo>
                    <a:pt x="784733" y="139954"/>
                  </a:moveTo>
                  <a:cubicBezTo>
                    <a:pt x="784733" y="117348"/>
                    <a:pt x="803148" y="98933"/>
                    <a:pt x="825754" y="98933"/>
                  </a:cubicBezTo>
                  <a:cubicBezTo>
                    <a:pt x="848360" y="98933"/>
                    <a:pt x="866775" y="117348"/>
                    <a:pt x="866775" y="139954"/>
                  </a:cubicBezTo>
                  <a:cubicBezTo>
                    <a:pt x="866775" y="501650"/>
                    <a:pt x="1079754" y="814578"/>
                    <a:pt x="1387094" y="959612"/>
                  </a:cubicBezTo>
                  <a:lnTo>
                    <a:pt x="1387094" y="349377"/>
                  </a:lnTo>
                  <a:cubicBezTo>
                    <a:pt x="1387094" y="333756"/>
                    <a:pt x="1387348" y="316103"/>
                    <a:pt x="1387729" y="296799"/>
                  </a:cubicBezTo>
                  <a:cubicBezTo>
                    <a:pt x="1389126" y="217043"/>
                    <a:pt x="1390904" y="110490"/>
                    <a:pt x="1373505" y="4953"/>
                  </a:cubicBezTo>
                  <a:lnTo>
                    <a:pt x="1306703" y="0"/>
                  </a:lnTo>
                  <a:lnTo>
                    <a:pt x="0" y="0"/>
                  </a:lnTo>
                  <a:cubicBezTo>
                    <a:pt x="0" y="200279"/>
                    <a:pt x="33147" y="392811"/>
                    <a:pt x="94361" y="572389"/>
                  </a:cubicBezTo>
                  <a:lnTo>
                    <a:pt x="884555" y="572389"/>
                  </a:lnTo>
                  <a:cubicBezTo>
                    <a:pt x="820674" y="441579"/>
                    <a:pt x="784733" y="294894"/>
                    <a:pt x="784733" y="13995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DEB64599-778A-C088-8525-2A89C4DF4926}"/>
                </a:ext>
              </a:extLst>
            </p:cNvPr>
            <p:cNvSpPr/>
            <p:nvPr/>
          </p:nvSpPr>
          <p:spPr>
            <a:xfrm>
              <a:off x="1523111" y="1866011"/>
              <a:ext cx="272161" cy="1019175"/>
            </a:xfrm>
            <a:custGeom>
              <a:avLst/>
              <a:gdLst/>
              <a:ahLst/>
              <a:cxnLst/>
              <a:rect l="l" t="t" r="r" b="b"/>
              <a:pathLst>
                <a:path w="272161" h="1019175">
                  <a:moveTo>
                    <a:pt x="0" y="127"/>
                  </a:moveTo>
                  <a:cubicBezTo>
                    <a:pt x="12954" y="100457"/>
                    <a:pt x="11303" y="197485"/>
                    <a:pt x="10160" y="272415"/>
                  </a:cubicBezTo>
                  <a:lnTo>
                    <a:pt x="9525" y="323596"/>
                  </a:lnTo>
                  <a:lnTo>
                    <a:pt x="9525" y="967613"/>
                  </a:lnTo>
                  <a:cubicBezTo>
                    <a:pt x="92202" y="997331"/>
                    <a:pt x="180340" y="1014984"/>
                    <a:pt x="272161" y="1019175"/>
                  </a:cubicBezTo>
                  <a:lnTo>
                    <a:pt x="272161" y="248031"/>
                  </a:lnTo>
                  <a:cubicBezTo>
                    <a:pt x="219583" y="132334"/>
                    <a:pt x="121158" y="41910"/>
                    <a:pt x="0" y="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2D29000A-10E5-F3F6-D77C-35BF1210EC14}"/>
                </a:ext>
              </a:extLst>
            </p:cNvPr>
            <p:cNvSpPr/>
            <p:nvPr/>
          </p:nvSpPr>
          <p:spPr>
            <a:xfrm>
              <a:off x="805053" y="2801239"/>
              <a:ext cx="990219" cy="812165"/>
            </a:xfrm>
            <a:custGeom>
              <a:avLst/>
              <a:gdLst/>
              <a:ahLst/>
              <a:cxnLst/>
              <a:rect l="l" t="t" r="r" b="b"/>
              <a:pathLst>
                <a:path w="990219" h="812165">
                  <a:moveTo>
                    <a:pt x="669290" y="98425"/>
                  </a:moveTo>
                  <a:lnTo>
                    <a:pt x="667766" y="97790"/>
                  </a:lnTo>
                  <a:cubicBezTo>
                    <a:pt x="601472" y="71501"/>
                    <a:pt x="539369" y="38735"/>
                    <a:pt x="481584" y="0"/>
                  </a:cubicBezTo>
                  <a:lnTo>
                    <a:pt x="0" y="481711"/>
                  </a:lnTo>
                  <a:cubicBezTo>
                    <a:pt x="280162" y="682625"/>
                    <a:pt x="621284" y="803783"/>
                    <a:pt x="990219" y="812165"/>
                  </a:cubicBezTo>
                  <a:lnTo>
                    <a:pt x="990219" y="165989"/>
                  </a:lnTo>
                  <a:cubicBezTo>
                    <a:pt x="879983" y="161544"/>
                    <a:pt x="774192" y="138938"/>
                    <a:pt x="676021" y="100838"/>
                  </a:cubicBezTo>
                  <a:lnTo>
                    <a:pt x="671449" y="99187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24">
              <a:extLst>
                <a:ext uri="{FF2B5EF4-FFF2-40B4-BE49-F238E27FC236}">
                  <a16:creationId xmlns:a16="http://schemas.microsoft.com/office/drawing/2014/main" id="{FF7723D0-4131-6C71-FE0B-552EB011D7C1}"/>
                </a:ext>
              </a:extLst>
            </p:cNvPr>
            <p:cNvSpPr/>
            <p:nvPr/>
          </p:nvSpPr>
          <p:spPr>
            <a:xfrm>
              <a:off x="1877314" y="1865503"/>
              <a:ext cx="274955" cy="1019683"/>
            </a:xfrm>
            <a:custGeom>
              <a:avLst/>
              <a:gdLst/>
              <a:ahLst/>
              <a:cxnLst/>
              <a:rect l="l" t="t" r="r" b="b"/>
              <a:pathLst>
                <a:path w="274955" h="1019683">
                  <a:moveTo>
                    <a:pt x="0" y="251587"/>
                  </a:moveTo>
                  <a:lnTo>
                    <a:pt x="0" y="1019683"/>
                  </a:lnTo>
                  <a:cubicBezTo>
                    <a:pt x="92710" y="1015619"/>
                    <a:pt x="181864" y="997331"/>
                    <a:pt x="265430" y="967105"/>
                  </a:cubicBezTo>
                  <a:lnTo>
                    <a:pt x="265430" y="324104"/>
                  </a:lnTo>
                  <a:cubicBezTo>
                    <a:pt x="265430" y="308864"/>
                    <a:pt x="265049" y="291719"/>
                    <a:pt x="264795" y="272923"/>
                  </a:cubicBezTo>
                  <a:cubicBezTo>
                    <a:pt x="263652" y="197739"/>
                    <a:pt x="262001" y="100457"/>
                    <a:pt x="274955" y="0"/>
                  </a:cubicBezTo>
                  <a:cubicBezTo>
                    <a:pt x="152146" y="42037"/>
                    <a:pt x="52451" y="133985"/>
                    <a:pt x="0" y="25158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25">
              <a:extLst>
                <a:ext uri="{FF2B5EF4-FFF2-40B4-BE49-F238E27FC236}">
                  <a16:creationId xmlns:a16="http://schemas.microsoft.com/office/drawing/2014/main" id="{4B9EF676-4C4E-3EF1-A1DE-47AAC784BEC9}"/>
                </a:ext>
              </a:extLst>
            </p:cNvPr>
            <p:cNvSpPr/>
            <p:nvPr/>
          </p:nvSpPr>
          <p:spPr>
            <a:xfrm>
              <a:off x="1877187" y="2800604"/>
              <a:ext cx="991616" cy="812800"/>
            </a:xfrm>
            <a:custGeom>
              <a:avLst/>
              <a:gdLst/>
              <a:ahLst/>
              <a:cxnLst/>
              <a:rect l="l" t="t" r="r" b="b"/>
              <a:pathLst>
                <a:path w="991616" h="812800">
                  <a:moveTo>
                    <a:pt x="330708" y="95123"/>
                  </a:moveTo>
                  <a:lnTo>
                    <a:pt x="318008" y="100203"/>
                  </a:lnTo>
                  <a:lnTo>
                    <a:pt x="310896" y="102870"/>
                  </a:lnTo>
                  <a:cubicBezTo>
                    <a:pt x="213614" y="140081"/>
                    <a:pt x="109220" y="162433"/>
                    <a:pt x="0" y="166751"/>
                  </a:cubicBezTo>
                  <a:lnTo>
                    <a:pt x="0" y="812800"/>
                  </a:lnTo>
                  <a:cubicBezTo>
                    <a:pt x="369443" y="804799"/>
                    <a:pt x="711073" y="683641"/>
                    <a:pt x="991616" y="482346"/>
                  </a:cubicBezTo>
                  <a:lnTo>
                    <a:pt x="509270" y="0"/>
                  </a:lnTo>
                  <a:cubicBezTo>
                    <a:pt x="453517" y="37592"/>
                    <a:pt x="393700" y="69596"/>
                    <a:pt x="330708" y="9525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26">
              <a:extLst>
                <a:ext uri="{FF2B5EF4-FFF2-40B4-BE49-F238E27FC236}">
                  <a16:creationId xmlns:a16="http://schemas.microsoft.com/office/drawing/2014/main" id="{787414BB-DE23-6E98-52C5-DBF4F7C1F829}"/>
                </a:ext>
              </a:extLst>
            </p:cNvPr>
            <p:cNvSpPr/>
            <p:nvPr/>
          </p:nvSpPr>
          <p:spPr>
            <a:xfrm>
              <a:off x="2453132" y="2494788"/>
              <a:ext cx="1032637" cy="738251"/>
            </a:xfrm>
            <a:custGeom>
              <a:avLst/>
              <a:gdLst/>
              <a:ahLst/>
              <a:cxnLst/>
              <a:rect l="l" t="t" r="r" b="b"/>
              <a:pathLst>
                <a:path w="1032637" h="738251">
                  <a:moveTo>
                    <a:pt x="127" y="256540"/>
                  </a:moveTo>
                  <a:lnTo>
                    <a:pt x="481838" y="738251"/>
                  </a:lnTo>
                  <a:cubicBezTo>
                    <a:pt x="724916" y="546481"/>
                    <a:pt x="916432" y="292481"/>
                    <a:pt x="1032637" y="0"/>
                  </a:cubicBezTo>
                  <a:lnTo>
                    <a:pt x="226187" y="0"/>
                  </a:lnTo>
                  <a:cubicBezTo>
                    <a:pt x="166116" y="98171"/>
                    <a:pt x="89535" y="185039"/>
                    <a:pt x="0" y="25654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27">
              <a:extLst>
                <a:ext uri="{FF2B5EF4-FFF2-40B4-BE49-F238E27FC236}">
                  <a16:creationId xmlns:a16="http://schemas.microsoft.com/office/drawing/2014/main" id="{3D0B29BB-BBFA-7247-3939-07838FED5881}"/>
                </a:ext>
              </a:extLst>
            </p:cNvPr>
            <p:cNvSpPr/>
            <p:nvPr/>
          </p:nvSpPr>
          <p:spPr>
            <a:xfrm>
              <a:off x="2221103" y="1840357"/>
              <a:ext cx="1389507" cy="958342"/>
            </a:xfrm>
            <a:custGeom>
              <a:avLst/>
              <a:gdLst/>
              <a:ahLst/>
              <a:cxnLst/>
              <a:rect l="l" t="t" r="r" b="b"/>
              <a:pathLst>
                <a:path w="1389507" h="958342">
                  <a:moveTo>
                    <a:pt x="82550" y="0"/>
                  </a:moveTo>
                  <a:lnTo>
                    <a:pt x="17399" y="4572"/>
                  </a:lnTo>
                  <a:cubicBezTo>
                    <a:pt x="0" y="110109"/>
                    <a:pt x="1778" y="216916"/>
                    <a:pt x="3175" y="296799"/>
                  </a:cubicBezTo>
                  <a:lnTo>
                    <a:pt x="3810" y="349377"/>
                  </a:lnTo>
                  <a:lnTo>
                    <a:pt x="3810" y="958342"/>
                  </a:lnTo>
                  <a:cubicBezTo>
                    <a:pt x="309626" y="812673"/>
                    <a:pt x="521335" y="500507"/>
                    <a:pt x="521335" y="139954"/>
                  </a:cubicBezTo>
                  <a:cubicBezTo>
                    <a:pt x="521335" y="117348"/>
                    <a:pt x="539750" y="98933"/>
                    <a:pt x="562356" y="98933"/>
                  </a:cubicBezTo>
                  <a:cubicBezTo>
                    <a:pt x="584962" y="98933"/>
                    <a:pt x="603377" y="117348"/>
                    <a:pt x="603377" y="139954"/>
                  </a:cubicBezTo>
                  <a:cubicBezTo>
                    <a:pt x="603377" y="294894"/>
                    <a:pt x="567436" y="441706"/>
                    <a:pt x="503809" y="572389"/>
                  </a:cubicBezTo>
                  <a:lnTo>
                    <a:pt x="1295146" y="572389"/>
                  </a:lnTo>
                  <a:cubicBezTo>
                    <a:pt x="1356360" y="392811"/>
                    <a:pt x="1389507" y="200279"/>
                    <a:pt x="13895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4" name="AutoShape 10">
            <a:extLst>
              <a:ext uri="{FF2B5EF4-FFF2-40B4-BE49-F238E27FC236}">
                <a16:creationId xmlns:a16="http://schemas.microsoft.com/office/drawing/2014/main" id="{A784406E-4968-E83E-A1A6-2A46BB4E1B08}"/>
              </a:ext>
            </a:extLst>
          </p:cNvPr>
          <p:cNvSpPr/>
          <p:nvPr/>
        </p:nvSpPr>
        <p:spPr>
          <a:xfrm flipV="1">
            <a:off x="501800" y="1538264"/>
            <a:ext cx="6048672" cy="35117"/>
          </a:xfrm>
          <a:prstGeom prst="line">
            <a:avLst/>
          </a:prstGeom>
          <a:ln w="38100" cap="flat">
            <a:solidFill>
              <a:srgbClr val="1E0B9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>
              <a:ln>
                <a:solidFill>
                  <a:srgbClr val="1E0B93"/>
                </a:solidFill>
              </a:ln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51C5F9-6FDF-A1C6-2119-15A55C7B0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674943" y="960501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1600" smtClean="0">
                <a:solidFill>
                  <a:schemeClr val="bg1"/>
                </a:solidFill>
              </a:rPr>
              <a:pPr/>
              <a:t>9</a:t>
            </a:fld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86B8DBA-844C-C9CD-457C-0481F48DB2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48" r="12419"/>
          <a:stretch>
            <a:fillRect/>
          </a:stretch>
        </p:blipFill>
        <p:spPr>
          <a:xfrm>
            <a:off x="1151112" y="2119164"/>
            <a:ext cx="12851251" cy="734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957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01138-01D9-DFAE-FEDF-B96DD543A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">
            <a:extLst>
              <a:ext uri="{FF2B5EF4-FFF2-40B4-BE49-F238E27FC236}">
                <a16:creationId xmlns:a16="http://schemas.microsoft.com/office/drawing/2014/main" id="{DF97F96A-7998-5B2D-7D13-0851F32D279C}"/>
              </a:ext>
            </a:extLst>
          </p:cNvPr>
          <p:cNvSpPr/>
          <p:nvPr/>
        </p:nvSpPr>
        <p:spPr>
          <a:xfrm>
            <a:off x="-24897" y="0"/>
            <a:ext cx="18312897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F561104-77D9-B12A-16D2-8D366947056F}"/>
              </a:ext>
            </a:extLst>
          </p:cNvPr>
          <p:cNvSpPr txBox="1"/>
          <p:nvPr/>
        </p:nvSpPr>
        <p:spPr>
          <a:xfrm>
            <a:off x="935088" y="594753"/>
            <a:ext cx="7272808" cy="752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1B277B"/>
                </a:solidFill>
                <a:latin typeface="Stencil" panose="040409050D0802020404" pitchFamily="82" charset="0"/>
                <a:cs typeface="Times New Roman" panose="02020603050405020304" pitchFamily="18" charset="0"/>
              </a:rPr>
              <a:t>COMPONENTS LIST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CEB8E7D-4AE4-D629-84AB-AA22BF860132}"/>
              </a:ext>
            </a:extLst>
          </p:cNvPr>
          <p:cNvGrpSpPr/>
          <p:nvPr/>
        </p:nvGrpSpPr>
        <p:grpSpPr>
          <a:xfrm>
            <a:off x="15218223" y="0"/>
            <a:ext cx="3086100" cy="10287000"/>
            <a:chOff x="0" y="0"/>
            <a:chExt cx="812800" cy="270933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3FBB485-314D-96A3-A0F6-88ED99BCE745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4CF6088-EA31-981B-7F51-C64471281395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10">
            <a:extLst>
              <a:ext uri="{FF2B5EF4-FFF2-40B4-BE49-F238E27FC236}">
                <a16:creationId xmlns:a16="http://schemas.microsoft.com/office/drawing/2014/main" id="{C8AB2E16-D953-7CB5-EB4D-8C92BF382A36}"/>
              </a:ext>
            </a:extLst>
          </p:cNvPr>
          <p:cNvSpPr/>
          <p:nvPr/>
        </p:nvSpPr>
        <p:spPr>
          <a:xfrm>
            <a:off x="1079104" y="1471092"/>
            <a:ext cx="6768752" cy="1"/>
          </a:xfrm>
          <a:prstGeom prst="line">
            <a:avLst/>
          </a:prstGeom>
          <a:ln w="38100" cap="flat">
            <a:solidFill>
              <a:srgbClr val="1E0B9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>
              <a:ln>
                <a:solidFill>
                  <a:srgbClr val="1E0B93"/>
                </a:solidFill>
              </a:ln>
            </a:endParaRPr>
          </a:p>
        </p:txBody>
      </p:sp>
      <p:grpSp>
        <p:nvGrpSpPr>
          <p:cNvPr id="9" name="Group 11">
            <a:extLst>
              <a:ext uri="{FF2B5EF4-FFF2-40B4-BE49-F238E27FC236}">
                <a16:creationId xmlns:a16="http://schemas.microsoft.com/office/drawing/2014/main" id="{DB795128-F73B-3CD1-F06C-0E51CFA52409}"/>
              </a:ext>
            </a:extLst>
          </p:cNvPr>
          <p:cNvGrpSpPr>
            <a:grpSpLocks noChangeAspect="1"/>
          </p:cNvGrpSpPr>
          <p:nvPr/>
        </p:nvGrpSpPr>
        <p:grpSpPr>
          <a:xfrm>
            <a:off x="16015374" y="390972"/>
            <a:ext cx="1491797" cy="1492952"/>
            <a:chOff x="0" y="0"/>
            <a:chExt cx="3673970" cy="3676815"/>
          </a:xfrm>
        </p:grpSpPr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D9E119F8-D0C3-0FFE-6DB5-136057C20D71}"/>
                </a:ext>
              </a:extLst>
            </p:cNvPr>
            <p:cNvSpPr/>
            <p:nvPr/>
          </p:nvSpPr>
          <p:spPr>
            <a:xfrm>
              <a:off x="123825" y="63500"/>
              <a:ext cx="3426206" cy="1776857"/>
            </a:xfrm>
            <a:custGeom>
              <a:avLst/>
              <a:gdLst/>
              <a:ahLst/>
              <a:cxnLst/>
              <a:rect l="l" t="t" r="r" b="b"/>
              <a:pathLst>
                <a:path w="3426206" h="1776857">
                  <a:moveTo>
                    <a:pt x="2953766" y="1444371"/>
                  </a:moveTo>
                  <a:cubicBezTo>
                    <a:pt x="3024251" y="1476756"/>
                    <a:pt x="3116707" y="1484376"/>
                    <a:pt x="3210560" y="1459484"/>
                  </a:cubicBezTo>
                  <a:cubicBezTo>
                    <a:pt x="3304413" y="1434592"/>
                    <a:pt x="3380994" y="1382141"/>
                    <a:pt x="3426206" y="1319149"/>
                  </a:cubicBezTo>
                  <a:cubicBezTo>
                    <a:pt x="3355721" y="1286764"/>
                    <a:pt x="3263265" y="1279144"/>
                    <a:pt x="3169285" y="1304036"/>
                  </a:cubicBezTo>
                  <a:cubicBezTo>
                    <a:pt x="3075305" y="1328928"/>
                    <a:pt x="2998724" y="1381379"/>
                    <a:pt x="2953639" y="1444371"/>
                  </a:cubicBezTo>
                  <a:moveTo>
                    <a:pt x="2969260" y="522859"/>
                  </a:moveTo>
                  <a:cubicBezTo>
                    <a:pt x="2892044" y="530098"/>
                    <a:pt x="2808224" y="569595"/>
                    <a:pt x="2739263" y="638175"/>
                  </a:cubicBezTo>
                  <a:cubicBezTo>
                    <a:pt x="2670302" y="706755"/>
                    <a:pt x="2630297" y="790448"/>
                    <a:pt x="2622677" y="867537"/>
                  </a:cubicBezTo>
                  <a:cubicBezTo>
                    <a:pt x="2699893" y="860298"/>
                    <a:pt x="2783713" y="820801"/>
                    <a:pt x="2852674" y="752221"/>
                  </a:cubicBezTo>
                  <a:cubicBezTo>
                    <a:pt x="2921635" y="683641"/>
                    <a:pt x="2961640" y="600075"/>
                    <a:pt x="2969260" y="522859"/>
                  </a:cubicBezTo>
                  <a:moveTo>
                    <a:pt x="2189226" y="318643"/>
                  </a:moveTo>
                  <a:cubicBezTo>
                    <a:pt x="2214626" y="224790"/>
                    <a:pt x="2207387" y="132461"/>
                    <a:pt x="2175510" y="61722"/>
                  </a:cubicBezTo>
                  <a:cubicBezTo>
                    <a:pt x="2112264" y="106553"/>
                    <a:pt x="2059305" y="182753"/>
                    <a:pt x="2033905" y="276606"/>
                  </a:cubicBezTo>
                  <a:cubicBezTo>
                    <a:pt x="2008505" y="370459"/>
                    <a:pt x="2015744" y="462915"/>
                    <a:pt x="2047748" y="533527"/>
                  </a:cubicBezTo>
                  <a:cubicBezTo>
                    <a:pt x="2110994" y="488696"/>
                    <a:pt x="2163826" y="412496"/>
                    <a:pt x="2189226" y="318643"/>
                  </a:cubicBezTo>
                  <a:moveTo>
                    <a:pt x="1382776" y="531749"/>
                  </a:moveTo>
                  <a:cubicBezTo>
                    <a:pt x="1415161" y="461264"/>
                    <a:pt x="1422781" y="368808"/>
                    <a:pt x="1397889" y="274828"/>
                  </a:cubicBezTo>
                  <a:cubicBezTo>
                    <a:pt x="1372997" y="180848"/>
                    <a:pt x="1320546" y="104394"/>
                    <a:pt x="1257554" y="59182"/>
                  </a:cubicBezTo>
                  <a:cubicBezTo>
                    <a:pt x="1225169" y="129667"/>
                    <a:pt x="1217549" y="222123"/>
                    <a:pt x="1242441" y="316103"/>
                  </a:cubicBezTo>
                  <a:cubicBezTo>
                    <a:pt x="1267333" y="410083"/>
                    <a:pt x="1319784" y="486537"/>
                    <a:pt x="1382903" y="531749"/>
                  </a:cubicBezTo>
                  <a:moveTo>
                    <a:pt x="805942" y="862711"/>
                  </a:moveTo>
                  <a:cubicBezTo>
                    <a:pt x="798703" y="785495"/>
                    <a:pt x="759079" y="701675"/>
                    <a:pt x="690626" y="632714"/>
                  </a:cubicBezTo>
                  <a:cubicBezTo>
                    <a:pt x="622173" y="563753"/>
                    <a:pt x="538480" y="523748"/>
                    <a:pt x="461264" y="516128"/>
                  </a:cubicBezTo>
                  <a:cubicBezTo>
                    <a:pt x="468503" y="593344"/>
                    <a:pt x="508000" y="677291"/>
                    <a:pt x="576580" y="746125"/>
                  </a:cubicBezTo>
                  <a:cubicBezTo>
                    <a:pt x="645160" y="814959"/>
                    <a:pt x="728853" y="855091"/>
                    <a:pt x="806069" y="862711"/>
                  </a:cubicBezTo>
                  <a:moveTo>
                    <a:pt x="214884" y="1451483"/>
                  </a:moveTo>
                  <a:cubicBezTo>
                    <a:pt x="308737" y="1476883"/>
                    <a:pt x="401193" y="1469644"/>
                    <a:pt x="471805" y="1437640"/>
                  </a:cubicBezTo>
                  <a:cubicBezTo>
                    <a:pt x="426974" y="1374394"/>
                    <a:pt x="350774" y="1321562"/>
                    <a:pt x="256921" y="1296162"/>
                  </a:cubicBezTo>
                  <a:cubicBezTo>
                    <a:pt x="163068" y="1270762"/>
                    <a:pt x="70739" y="1278001"/>
                    <a:pt x="0" y="1309878"/>
                  </a:cubicBezTo>
                  <a:cubicBezTo>
                    <a:pt x="44831" y="1373124"/>
                    <a:pt x="121031" y="1426083"/>
                    <a:pt x="214884" y="1451483"/>
                  </a:cubicBezTo>
                  <a:moveTo>
                    <a:pt x="2419858" y="759587"/>
                  </a:moveTo>
                  <a:cubicBezTo>
                    <a:pt x="2527427" y="573151"/>
                    <a:pt x="2588641" y="385064"/>
                    <a:pt x="2598674" y="237617"/>
                  </a:cubicBezTo>
                  <a:cubicBezTo>
                    <a:pt x="2475992" y="319786"/>
                    <a:pt x="2343658" y="466852"/>
                    <a:pt x="2236089" y="653415"/>
                  </a:cubicBezTo>
                  <a:cubicBezTo>
                    <a:pt x="2128520" y="839978"/>
                    <a:pt x="2067179" y="1028192"/>
                    <a:pt x="2057273" y="1175385"/>
                  </a:cubicBezTo>
                  <a:cubicBezTo>
                    <a:pt x="2179828" y="1093089"/>
                    <a:pt x="2312162" y="946023"/>
                    <a:pt x="2419858" y="759587"/>
                  </a:cubicBezTo>
                  <a:moveTo>
                    <a:pt x="1366647" y="1175258"/>
                  </a:moveTo>
                  <a:cubicBezTo>
                    <a:pt x="1356741" y="1027938"/>
                    <a:pt x="1295527" y="839851"/>
                    <a:pt x="1187831" y="653415"/>
                  </a:cubicBezTo>
                  <a:cubicBezTo>
                    <a:pt x="1080135" y="466979"/>
                    <a:pt x="947801" y="319913"/>
                    <a:pt x="825246" y="237617"/>
                  </a:cubicBezTo>
                  <a:cubicBezTo>
                    <a:pt x="835152" y="384937"/>
                    <a:pt x="896366" y="573024"/>
                    <a:pt x="1004062" y="759587"/>
                  </a:cubicBezTo>
                  <a:cubicBezTo>
                    <a:pt x="1111758" y="946150"/>
                    <a:pt x="1244092" y="1093216"/>
                    <a:pt x="1366647" y="1175385"/>
                  </a:cubicBezTo>
                  <a:moveTo>
                    <a:pt x="2019173" y="1596390"/>
                  </a:moveTo>
                  <a:lnTo>
                    <a:pt x="2082673" y="1590040"/>
                  </a:lnTo>
                  <a:cubicBezTo>
                    <a:pt x="2115312" y="1585722"/>
                    <a:pt x="2149094" y="1579753"/>
                    <a:pt x="2184146" y="1571879"/>
                  </a:cubicBezTo>
                  <a:cubicBezTo>
                    <a:pt x="2343531" y="1536446"/>
                    <a:pt x="2523744" y="1465453"/>
                    <a:pt x="2702941" y="1362075"/>
                  </a:cubicBezTo>
                  <a:cubicBezTo>
                    <a:pt x="2947289" y="1220978"/>
                    <a:pt x="3139821" y="1047750"/>
                    <a:pt x="3247898" y="887095"/>
                  </a:cubicBezTo>
                  <a:cubicBezTo>
                    <a:pt x="3054858" y="900049"/>
                    <a:pt x="2808351" y="980186"/>
                    <a:pt x="2563876" y="1121283"/>
                  </a:cubicBezTo>
                  <a:cubicBezTo>
                    <a:pt x="2319274" y="1262380"/>
                    <a:pt x="2126615" y="1435735"/>
                    <a:pt x="2019046" y="1596390"/>
                  </a:cubicBezTo>
                  <a:moveTo>
                    <a:pt x="1712087" y="0"/>
                  </a:moveTo>
                  <a:cubicBezTo>
                    <a:pt x="1567561" y="217551"/>
                    <a:pt x="1476375" y="535051"/>
                    <a:pt x="1476375" y="888365"/>
                  </a:cubicBezTo>
                  <a:cubicBezTo>
                    <a:pt x="1476375" y="1241933"/>
                    <a:pt x="1567561" y="1559560"/>
                    <a:pt x="1711960" y="1776857"/>
                  </a:cubicBezTo>
                  <a:cubicBezTo>
                    <a:pt x="1856359" y="1559433"/>
                    <a:pt x="1947418" y="1241806"/>
                    <a:pt x="1947418" y="888365"/>
                  </a:cubicBezTo>
                  <a:cubicBezTo>
                    <a:pt x="1947418" y="534924"/>
                    <a:pt x="1856486" y="217678"/>
                    <a:pt x="1712087" y="0"/>
                  </a:cubicBezTo>
                  <a:moveTo>
                    <a:pt x="720852" y="1361821"/>
                  </a:moveTo>
                  <a:cubicBezTo>
                    <a:pt x="900557" y="1465580"/>
                    <a:pt x="1081405" y="1536446"/>
                    <a:pt x="1241171" y="1571752"/>
                  </a:cubicBezTo>
                  <a:lnTo>
                    <a:pt x="1342644" y="1589786"/>
                  </a:lnTo>
                  <a:cubicBezTo>
                    <a:pt x="1363980" y="1592580"/>
                    <a:pt x="1384681" y="1594739"/>
                    <a:pt x="1404874" y="1596009"/>
                  </a:cubicBezTo>
                  <a:cubicBezTo>
                    <a:pt x="1297051" y="1435354"/>
                    <a:pt x="1104265" y="1262126"/>
                    <a:pt x="859917" y="1121029"/>
                  </a:cubicBezTo>
                  <a:cubicBezTo>
                    <a:pt x="615569" y="979932"/>
                    <a:pt x="369062" y="899795"/>
                    <a:pt x="176149" y="886714"/>
                  </a:cubicBezTo>
                  <a:cubicBezTo>
                    <a:pt x="283845" y="1047369"/>
                    <a:pt x="476504" y="1220724"/>
                    <a:pt x="720979" y="1361821"/>
                  </a:cubicBezTo>
                </a:path>
              </a:pathLst>
            </a:custGeom>
            <a:solidFill>
              <a:srgbClr val="DBA3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9855846B-4911-6EBC-4458-B3CCB1EB765D}"/>
                </a:ext>
              </a:extLst>
            </p:cNvPr>
            <p:cNvSpPr/>
            <p:nvPr/>
          </p:nvSpPr>
          <p:spPr>
            <a:xfrm>
              <a:off x="188087" y="2494788"/>
              <a:ext cx="1031875" cy="738251"/>
            </a:xfrm>
            <a:custGeom>
              <a:avLst/>
              <a:gdLst/>
              <a:ahLst/>
              <a:cxnLst/>
              <a:rect l="l" t="t" r="r" b="b"/>
              <a:pathLst>
                <a:path w="1031875" h="738251">
                  <a:moveTo>
                    <a:pt x="1031875" y="257175"/>
                  </a:moveTo>
                  <a:lnTo>
                    <a:pt x="550799" y="738251"/>
                  </a:lnTo>
                  <a:cubicBezTo>
                    <a:pt x="307721" y="546608"/>
                    <a:pt x="116205" y="292481"/>
                    <a:pt x="0" y="0"/>
                  </a:cubicBezTo>
                  <a:lnTo>
                    <a:pt x="805053" y="0"/>
                  </a:lnTo>
                  <a:cubicBezTo>
                    <a:pt x="865251" y="98298"/>
                    <a:pt x="942086" y="185420"/>
                    <a:pt x="1031875" y="257175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01E8F8F9-9406-BC61-9883-016EA0C17D41}"/>
                </a:ext>
              </a:extLst>
            </p:cNvPr>
            <p:cNvSpPr/>
            <p:nvPr/>
          </p:nvSpPr>
          <p:spPr>
            <a:xfrm>
              <a:off x="63500" y="1840230"/>
              <a:ext cx="1390904" cy="959612"/>
            </a:xfrm>
            <a:custGeom>
              <a:avLst/>
              <a:gdLst/>
              <a:ahLst/>
              <a:cxnLst/>
              <a:rect l="l" t="t" r="r" b="b"/>
              <a:pathLst>
                <a:path w="1390904" h="959612">
                  <a:moveTo>
                    <a:pt x="784733" y="139954"/>
                  </a:moveTo>
                  <a:cubicBezTo>
                    <a:pt x="784733" y="117348"/>
                    <a:pt x="803148" y="98933"/>
                    <a:pt x="825754" y="98933"/>
                  </a:cubicBezTo>
                  <a:cubicBezTo>
                    <a:pt x="848360" y="98933"/>
                    <a:pt x="866775" y="117348"/>
                    <a:pt x="866775" y="139954"/>
                  </a:cubicBezTo>
                  <a:cubicBezTo>
                    <a:pt x="866775" y="501650"/>
                    <a:pt x="1079754" y="814578"/>
                    <a:pt x="1387094" y="959612"/>
                  </a:cubicBezTo>
                  <a:lnTo>
                    <a:pt x="1387094" y="349377"/>
                  </a:lnTo>
                  <a:cubicBezTo>
                    <a:pt x="1387094" y="333756"/>
                    <a:pt x="1387348" y="316103"/>
                    <a:pt x="1387729" y="296799"/>
                  </a:cubicBezTo>
                  <a:cubicBezTo>
                    <a:pt x="1389126" y="217043"/>
                    <a:pt x="1390904" y="110490"/>
                    <a:pt x="1373505" y="4953"/>
                  </a:cubicBezTo>
                  <a:lnTo>
                    <a:pt x="1306703" y="0"/>
                  </a:lnTo>
                  <a:lnTo>
                    <a:pt x="0" y="0"/>
                  </a:lnTo>
                  <a:cubicBezTo>
                    <a:pt x="0" y="200279"/>
                    <a:pt x="33147" y="392811"/>
                    <a:pt x="94361" y="572389"/>
                  </a:cubicBezTo>
                  <a:lnTo>
                    <a:pt x="884555" y="572389"/>
                  </a:lnTo>
                  <a:cubicBezTo>
                    <a:pt x="820674" y="441579"/>
                    <a:pt x="784733" y="294894"/>
                    <a:pt x="784733" y="13995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2906C353-EEB1-A919-BE9D-4B54D340B1AD}"/>
                </a:ext>
              </a:extLst>
            </p:cNvPr>
            <p:cNvSpPr/>
            <p:nvPr/>
          </p:nvSpPr>
          <p:spPr>
            <a:xfrm>
              <a:off x="1523111" y="1866011"/>
              <a:ext cx="272161" cy="1019175"/>
            </a:xfrm>
            <a:custGeom>
              <a:avLst/>
              <a:gdLst/>
              <a:ahLst/>
              <a:cxnLst/>
              <a:rect l="l" t="t" r="r" b="b"/>
              <a:pathLst>
                <a:path w="272161" h="1019175">
                  <a:moveTo>
                    <a:pt x="0" y="127"/>
                  </a:moveTo>
                  <a:cubicBezTo>
                    <a:pt x="12954" y="100457"/>
                    <a:pt x="11303" y="197485"/>
                    <a:pt x="10160" y="272415"/>
                  </a:cubicBezTo>
                  <a:lnTo>
                    <a:pt x="9525" y="323596"/>
                  </a:lnTo>
                  <a:lnTo>
                    <a:pt x="9525" y="967613"/>
                  </a:lnTo>
                  <a:cubicBezTo>
                    <a:pt x="92202" y="997331"/>
                    <a:pt x="180340" y="1014984"/>
                    <a:pt x="272161" y="1019175"/>
                  </a:cubicBezTo>
                  <a:lnTo>
                    <a:pt x="272161" y="248031"/>
                  </a:lnTo>
                  <a:cubicBezTo>
                    <a:pt x="219583" y="132334"/>
                    <a:pt x="121158" y="41910"/>
                    <a:pt x="0" y="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073868FF-0CD3-B08F-5F75-EEEB7809430D}"/>
                </a:ext>
              </a:extLst>
            </p:cNvPr>
            <p:cNvSpPr/>
            <p:nvPr/>
          </p:nvSpPr>
          <p:spPr>
            <a:xfrm>
              <a:off x="805053" y="2801239"/>
              <a:ext cx="990219" cy="812165"/>
            </a:xfrm>
            <a:custGeom>
              <a:avLst/>
              <a:gdLst/>
              <a:ahLst/>
              <a:cxnLst/>
              <a:rect l="l" t="t" r="r" b="b"/>
              <a:pathLst>
                <a:path w="990219" h="812165">
                  <a:moveTo>
                    <a:pt x="669290" y="98425"/>
                  </a:moveTo>
                  <a:lnTo>
                    <a:pt x="667766" y="97790"/>
                  </a:lnTo>
                  <a:cubicBezTo>
                    <a:pt x="601472" y="71501"/>
                    <a:pt x="539369" y="38735"/>
                    <a:pt x="481584" y="0"/>
                  </a:cubicBezTo>
                  <a:lnTo>
                    <a:pt x="0" y="481711"/>
                  </a:lnTo>
                  <a:cubicBezTo>
                    <a:pt x="280162" y="682625"/>
                    <a:pt x="621284" y="803783"/>
                    <a:pt x="990219" y="812165"/>
                  </a:cubicBezTo>
                  <a:lnTo>
                    <a:pt x="990219" y="165989"/>
                  </a:lnTo>
                  <a:cubicBezTo>
                    <a:pt x="879983" y="161544"/>
                    <a:pt x="774192" y="138938"/>
                    <a:pt x="676021" y="100838"/>
                  </a:cubicBezTo>
                  <a:lnTo>
                    <a:pt x="671449" y="99187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239DACBD-5C2A-85C7-4901-D8FA3E681F6C}"/>
                </a:ext>
              </a:extLst>
            </p:cNvPr>
            <p:cNvSpPr/>
            <p:nvPr/>
          </p:nvSpPr>
          <p:spPr>
            <a:xfrm>
              <a:off x="1877314" y="1865503"/>
              <a:ext cx="274955" cy="1019683"/>
            </a:xfrm>
            <a:custGeom>
              <a:avLst/>
              <a:gdLst/>
              <a:ahLst/>
              <a:cxnLst/>
              <a:rect l="l" t="t" r="r" b="b"/>
              <a:pathLst>
                <a:path w="274955" h="1019683">
                  <a:moveTo>
                    <a:pt x="0" y="251587"/>
                  </a:moveTo>
                  <a:lnTo>
                    <a:pt x="0" y="1019683"/>
                  </a:lnTo>
                  <a:cubicBezTo>
                    <a:pt x="92710" y="1015619"/>
                    <a:pt x="181864" y="997331"/>
                    <a:pt x="265430" y="967105"/>
                  </a:cubicBezTo>
                  <a:lnTo>
                    <a:pt x="265430" y="324104"/>
                  </a:lnTo>
                  <a:cubicBezTo>
                    <a:pt x="265430" y="308864"/>
                    <a:pt x="265049" y="291719"/>
                    <a:pt x="264795" y="272923"/>
                  </a:cubicBezTo>
                  <a:cubicBezTo>
                    <a:pt x="263652" y="197739"/>
                    <a:pt x="262001" y="100457"/>
                    <a:pt x="274955" y="0"/>
                  </a:cubicBezTo>
                  <a:cubicBezTo>
                    <a:pt x="152146" y="42037"/>
                    <a:pt x="52451" y="133985"/>
                    <a:pt x="0" y="25158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E0E765E9-EF3E-F60A-8B8F-EA2F8DCE44FA}"/>
                </a:ext>
              </a:extLst>
            </p:cNvPr>
            <p:cNvSpPr/>
            <p:nvPr/>
          </p:nvSpPr>
          <p:spPr>
            <a:xfrm>
              <a:off x="1877187" y="2800604"/>
              <a:ext cx="991616" cy="812800"/>
            </a:xfrm>
            <a:custGeom>
              <a:avLst/>
              <a:gdLst/>
              <a:ahLst/>
              <a:cxnLst/>
              <a:rect l="l" t="t" r="r" b="b"/>
              <a:pathLst>
                <a:path w="991616" h="812800">
                  <a:moveTo>
                    <a:pt x="330708" y="95123"/>
                  </a:moveTo>
                  <a:lnTo>
                    <a:pt x="318008" y="100203"/>
                  </a:lnTo>
                  <a:lnTo>
                    <a:pt x="310896" y="102870"/>
                  </a:lnTo>
                  <a:cubicBezTo>
                    <a:pt x="213614" y="140081"/>
                    <a:pt x="109220" y="162433"/>
                    <a:pt x="0" y="166751"/>
                  </a:cubicBezTo>
                  <a:lnTo>
                    <a:pt x="0" y="812800"/>
                  </a:lnTo>
                  <a:cubicBezTo>
                    <a:pt x="369443" y="804799"/>
                    <a:pt x="711073" y="683641"/>
                    <a:pt x="991616" y="482346"/>
                  </a:cubicBezTo>
                  <a:lnTo>
                    <a:pt x="509270" y="0"/>
                  </a:lnTo>
                  <a:cubicBezTo>
                    <a:pt x="453517" y="37592"/>
                    <a:pt x="393700" y="69596"/>
                    <a:pt x="330708" y="9525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4DC6C0C6-4811-2D93-DE4B-771EDAD068B6}"/>
                </a:ext>
              </a:extLst>
            </p:cNvPr>
            <p:cNvSpPr/>
            <p:nvPr/>
          </p:nvSpPr>
          <p:spPr>
            <a:xfrm>
              <a:off x="2453132" y="2494788"/>
              <a:ext cx="1032637" cy="738251"/>
            </a:xfrm>
            <a:custGeom>
              <a:avLst/>
              <a:gdLst/>
              <a:ahLst/>
              <a:cxnLst/>
              <a:rect l="l" t="t" r="r" b="b"/>
              <a:pathLst>
                <a:path w="1032637" h="738251">
                  <a:moveTo>
                    <a:pt x="127" y="256540"/>
                  </a:moveTo>
                  <a:lnTo>
                    <a:pt x="481838" y="738251"/>
                  </a:lnTo>
                  <a:cubicBezTo>
                    <a:pt x="724916" y="546481"/>
                    <a:pt x="916432" y="292481"/>
                    <a:pt x="1032637" y="0"/>
                  </a:cubicBezTo>
                  <a:lnTo>
                    <a:pt x="226187" y="0"/>
                  </a:lnTo>
                  <a:cubicBezTo>
                    <a:pt x="166116" y="98171"/>
                    <a:pt x="89535" y="185039"/>
                    <a:pt x="0" y="25654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095B1299-C1BE-1FB4-5962-8011FB793551}"/>
                </a:ext>
              </a:extLst>
            </p:cNvPr>
            <p:cNvSpPr/>
            <p:nvPr/>
          </p:nvSpPr>
          <p:spPr>
            <a:xfrm>
              <a:off x="2221103" y="1840357"/>
              <a:ext cx="1389507" cy="958342"/>
            </a:xfrm>
            <a:custGeom>
              <a:avLst/>
              <a:gdLst/>
              <a:ahLst/>
              <a:cxnLst/>
              <a:rect l="l" t="t" r="r" b="b"/>
              <a:pathLst>
                <a:path w="1389507" h="958342">
                  <a:moveTo>
                    <a:pt x="82550" y="0"/>
                  </a:moveTo>
                  <a:lnTo>
                    <a:pt x="17399" y="4572"/>
                  </a:lnTo>
                  <a:cubicBezTo>
                    <a:pt x="0" y="110109"/>
                    <a:pt x="1778" y="216916"/>
                    <a:pt x="3175" y="296799"/>
                  </a:cubicBezTo>
                  <a:lnTo>
                    <a:pt x="3810" y="349377"/>
                  </a:lnTo>
                  <a:lnTo>
                    <a:pt x="3810" y="958342"/>
                  </a:lnTo>
                  <a:cubicBezTo>
                    <a:pt x="309626" y="812673"/>
                    <a:pt x="521335" y="500507"/>
                    <a:pt x="521335" y="139954"/>
                  </a:cubicBezTo>
                  <a:cubicBezTo>
                    <a:pt x="521335" y="117348"/>
                    <a:pt x="539750" y="98933"/>
                    <a:pt x="562356" y="98933"/>
                  </a:cubicBezTo>
                  <a:cubicBezTo>
                    <a:pt x="584962" y="98933"/>
                    <a:pt x="603377" y="117348"/>
                    <a:pt x="603377" y="139954"/>
                  </a:cubicBezTo>
                  <a:cubicBezTo>
                    <a:pt x="603377" y="294894"/>
                    <a:pt x="567436" y="441706"/>
                    <a:pt x="503809" y="572389"/>
                  </a:cubicBezTo>
                  <a:lnTo>
                    <a:pt x="1295146" y="572389"/>
                  </a:lnTo>
                  <a:cubicBezTo>
                    <a:pt x="1356360" y="392811"/>
                    <a:pt x="1389507" y="200279"/>
                    <a:pt x="13895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BFB3E-9589-1204-DBEE-970B209EF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99024" y="9524364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1600" smtClean="0">
                <a:solidFill>
                  <a:schemeClr val="bg1"/>
                </a:solidFill>
              </a:rPr>
              <a:pPr/>
              <a:t>10</a:t>
            </a:fld>
            <a:endParaRPr lang="en-US" sz="1600" dirty="0">
              <a:solidFill>
                <a:schemeClr val="bg1"/>
              </a:solidFill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31047BCE-D97C-573C-B107-379E8EE85C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462524"/>
              </p:ext>
            </p:extLst>
          </p:nvPr>
        </p:nvGraphicFramePr>
        <p:xfrm>
          <a:off x="755068" y="1781488"/>
          <a:ext cx="14185575" cy="763165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728525">
                  <a:extLst>
                    <a:ext uri="{9D8B030D-6E8A-4147-A177-3AD203B41FA5}">
                      <a16:colId xmlns:a16="http://schemas.microsoft.com/office/drawing/2014/main" val="217855914"/>
                    </a:ext>
                  </a:extLst>
                </a:gridCol>
                <a:gridCol w="4728525">
                  <a:extLst>
                    <a:ext uri="{9D8B030D-6E8A-4147-A177-3AD203B41FA5}">
                      <a16:colId xmlns:a16="http://schemas.microsoft.com/office/drawing/2014/main" val="2165749399"/>
                    </a:ext>
                  </a:extLst>
                </a:gridCol>
                <a:gridCol w="4728525">
                  <a:extLst>
                    <a:ext uri="{9D8B030D-6E8A-4147-A177-3AD203B41FA5}">
                      <a16:colId xmlns:a16="http://schemas.microsoft.com/office/drawing/2014/main" val="1411619306"/>
                    </a:ext>
                  </a:extLst>
                </a:gridCol>
              </a:tblGrid>
              <a:tr h="477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Typical Cost (₹)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Notes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1474521200"/>
                  </a:ext>
                </a:extLst>
              </a:tr>
              <a:tr h="836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Microcontroller (Arduino Nano )</a:t>
                      </a:r>
                      <a:endParaRPr lang="en-IN" sz="2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150–350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Nano inexpensive and practical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1740855176"/>
                  </a:ext>
                </a:extLst>
              </a:tr>
              <a:tr h="1189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MEMS Accelerometer (e.g., MPU-6050 / ADXL345)</a:t>
                      </a:r>
                      <a:endParaRPr lang="en-IN" sz="2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80–180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Digital sensor for vibration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99526453"/>
                  </a:ext>
                </a:extLst>
              </a:tr>
              <a:tr h="836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Sound Sensor Module (e.g., MAX9814 / KY-037)</a:t>
                      </a:r>
                      <a:endParaRPr lang="en-US" sz="2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50–150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With amplifier for audio detection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2742869010"/>
                  </a:ext>
                </a:extLst>
              </a:tr>
              <a:tr h="836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Signal Conditioning Op-Amp (LM358 or similar)</a:t>
                      </a:r>
                      <a:endParaRPr lang="en-US" sz="2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20–50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 clean sensor signal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2407347966"/>
                  </a:ext>
                </a:extLst>
              </a:tr>
              <a:tr h="832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LEDs (3 pcs: Green, Yellow, Red)</a:t>
                      </a:r>
                      <a:endParaRPr lang="en-US" sz="2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10–30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Standard 5 mm LEDs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1340222914"/>
                  </a:ext>
                </a:extLst>
              </a:tr>
              <a:tr h="477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Buzzer (Active Piezo)</a:t>
                      </a:r>
                      <a:endParaRPr lang="en-IN" sz="2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20–60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Generates alert sound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2549019375"/>
                  </a:ext>
                </a:extLst>
              </a:tr>
              <a:tr h="832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Resistors &amp; Capacitors</a:t>
                      </a:r>
                      <a:endParaRPr lang="en-IN" sz="2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20–50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Passive parts for conditioning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2769309224"/>
                  </a:ext>
                </a:extLst>
              </a:tr>
              <a:tr h="832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V Power Supply (DC jack or USB)</a:t>
                      </a:r>
                      <a:endParaRPr lang="en-US" sz="2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100–200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Regulated power module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3406529862"/>
                  </a:ext>
                </a:extLst>
              </a:tr>
              <a:tr h="477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PCB + Connectors + Misc.</a:t>
                      </a:r>
                      <a:endParaRPr lang="en-IN" sz="2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100–250</a:t>
                      </a:r>
                    </a:p>
                  </a:txBody>
                  <a:tcPr marL="70718" marR="70718" marT="35359" marB="353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PCB fabrication + headers</a:t>
                      </a:r>
                    </a:p>
                  </a:txBody>
                  <a:tcPr marL="70718" marR="70718" marT="35359" marB="35359" anchor="ctr"/>
                </a:tc>
                <a:extLst>
                  <a:ext uri="{0D108BD9-81ED-4DB2-BD59-A6C34878D82A}">
                    <a16:rowId xmlns:a16="http://schemas.microsoft.com/office/drawing/2014/main" val="3510461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056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9A123-139C-AB27-4950-7500ED51E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1C1EEBA-6D75-1870-B8AE-7558BB2E2945}"/>
              </a:ext>
            </a:extLst>
          </p:cNvPr>
          <p:cNvSpPr/>
          <p:nvPr/>
        </p:nvSpPr>
        <p:spPr>
          <a:xfrm>
            <a:off x="-3077" y="4107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7D16FB1-F86D-3F13-8CDB-41D0127D464C}"/>
              </a:ext>
            </a:extLst>
          </p:cNvPr>
          <p:cNvSpPr txBox="1"/>
          <p:nvPr/>
        </p:nvSpPr>
        <p:spPr>
          <a:xfrm>
            <a:off x="1028720" y="952500"/>
            <a:ext cx="3255770" cy="589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 dirty="0">
                <a:solidFill>
                  <a:srgbClr val="000000"/>
                </a:solidFill>
                <a:latin typeface="Lato Bold"/>
              </a:rPr>
              <a:t> 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AC659D0-4AF4-7DBA-0E3C-50F153AA0A95}"/>
              </a:ext>
            </a:extLst>
          </p:cNvPr>
          <p:cNvSpPr txBox="1"/>
          <p:nvPr/>
        </p:nvSpPr>
        <p:spPr>
          <a:xfrm>
            <a:off x="803281" y="522327"/>
            <a:ext cx="7115148" cy="7496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1B277B"/>
                </a:solidFill>
                <a:latin typeface="Stencil" panose="040409050D0802020404" pitchFamily="82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7BC8AB9D-97D4-B889-DD4E-7DA87A046D74}"/>
              </a:ext>
            </a:extLst>
          </p:cNvPr>
          <p:cNvSpPr/>
          <p:nvPr/>
        </p:nvSpPr>
        <p:spPr>
          <a:xfrm flipH="1">
            <a:off x="1028720" y="2186817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637EF7BF-895D-3836-1BFF-F98E781812B1}"/>
              </a:ext>
            </a:extLst>
          </p:cNvPr>
          <p:cNvGrpSpPr/>
          <p:nvPr/>
        </p:nvGrpSpPr>
        <p:grpSpPr>
          <a:xfrm>
            <a:off x="15198823" y="-41076"/>
            <a:ext cx="3086100" cy="10287000"/>
            <a:chOff x="0" y="0"/>
            <a:chExt cx="812800" cy="2709333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14592CE-9734-273B-9368-EE8F51D4A4AF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6DCF4651-9225-B14B-97DF-D575F097D319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2EA9F44C-1D3C-328B-3709-027D93152729}"/>
              </a:ext>
            </a:extLst>
          </p:cNvPr>
          <p:cNvSpPr/>
          <p:nvPr/>
        </p:nvSpPr>
        <p:spPr>
          <a:xfrm>
            <a:off x="12689252" y="8937335"/>
            <a:ext cx="2087283" cy="521821"/>
          </a:xfrm>
          <a:custGeom>
            <a:avLst/>
            <a:gdLst/>
            <a:ahLst/>
            <a:cxnLst/>
            <a:rect l="l" t="t" r="r" b="b"/>
            <a:pathLst>
              <a:path w="2087283" h="521821">
                <a:moveTo>
                  <a:pt x="0" y="0"/>
                </a:moveTo>
                <a:lnTo>
                  <a:pt x="2087282" y="0"/>
                </a:lnTo>
                <a:lnTo>
                  <a:pt x="2087282" y="521821"/>
                </a:lnTo>
                <a:lnTo>
                  <a:pt x="0" y="521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AutoShape 2" descr="Hana's Tips &amp; Tricks - References">
            <a:extLst>
              <a:ext uri="{FF2B5EF4-FFF2-40B4-BE49-F238E27FC236}">
                <a16:creationId xmlns:a16="http://schemas.microsoft.com/office/drawing/2014/main" id="{805CB41F-8CDD-2F98-4349-33F6B6B2E1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5EB94EB-2061-5C07-3F2F-08F21A179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1672" y="9459156"/>
            <a:ext cx="4364632" cy="600575"/>
          </a:xfrm>
        </p:spPr>
        <p:txBody>
          <a:bodyPr/>
          <a:lstStyle/>
          <a:p>
            <a:r>
              <a:rPr lang="en-US" dirty="0"/>
              <a:t>Department Of Electronics And Communication Engineering</a:t>
            </a:r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1D398415-FA66-8080-DB04-4419416F2AF5}"/>
              </a:ext>
            </a:extLst>
          </p:cNvPr>
          <p:cNvSpPr/>
          <p:nvPr/>
        </p:nvSpPr>
        <p:spPr>
          <a:xfrm>
            <a:off x="717406" y="1355745"/>
            <a:ext cx="3528392" cy="1"/>
          </a:xfrm>
          <a:prstGeom prst="line">
            <a:avLst/>
          </a:prstGeom>
          <a:ln w="38100" cap="flat">
            <a:solidFill>
              <a:srgbClr val="1E0B9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>
              <a:ln>
                <a:solidFill>
                  <a:srgbClr val="1E0B93"/>
                </a:solidFill>
              </a:ln>
            </a:endParaRPr>
          </a:p>
        </p:txBody>
      </p:sp>
      <p:grpSp>
        <p:nvGrpSpPr>
          <p:cNvPr id="10" name="Group 11">
            <a:extLst>
              <a:ext uri="{FF2B5EF4-FFF2-40B4-BE49-F238E27FC236}">
                <a16:creationId xmlns:a16="http://schemas.microsoft.com/office/drawing/2014/main" id="{B66BE149-2ABF-8D67-31BB-5A7BD63BD888}"/>
              </a:ext>
            </a:extLst>
          </p:cNvPr>
          <p:cNvGrpSpPr>
            <a:grpSpLocks noChangeAspect="1"/>
          </p:cNvGrpSpPr>
          <p:nvPr/>
        </p:nvGrpSpPr>
        <p:grpSpPr>
          <a:xfrm>
            <a:off x="15981387" y="446119"/>
            <a:ext cx="1491797" cy="1492952"/>
            <a:chOff x="0" y="0"/>
            <a:chExt cx="3673970" cy="3676815"/>
          </a:xfrm>
        </p:grpSpPr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E98A300E-1F64-710A-862D-7E98E5020EBB}"/>
                </a:ext>
              </a:extLst>
            </p:cNvPr>
            <p:cNvSpPr/>
            <p:nvPr/>
          </p:nvSpPr>
          <p:spPr>
            <a:xfrm>
              <a:off x="123825" y="63500"/>
              <a:ext cx="3426206" cy="1776857"/>
            </a:xfrm>
            <a:custGeom>
              <a:avLst/>
              <a:gdLst/>
              <a:ahLst/>
              <a:cxnLst/>
              <a:rect l="l" t="t" r="r" b="b"/>
              <a:pathLst>
                <a:path w="3426206" h="1776857">
                  <a:moveTo>
                    <a:pt x="2953766" y="1444371"/>
                  </a:moveTo>
                  <a:cubicBezTo>
                    <a:pt x="3024251" y="1476756"/>
                    <a:pt x="3116707" y="1484376"/>
                    <a:pt x="3210560" y="1459484"/>
                  </a:cubicBezTo>
                  <a:cubicBezTo>
                    <a:pt x="3304413" y="1434592"/>
                    <a:pt x="3380994" y="1382141"/>
                    <a:pt x="3426206" y="1319149"/>
                  </a:cubicBezTo>
                  <a:cubicBezTo>
                    <a:pt x="3355721" y="1286764"/>
                    <a:pt x="3263265" y="1279144"/>
                    <a:pt x="3169285" y="1304036"/>
                  </a:cubicBezTo>
                  <a:cubicBezTo>
                    <a:pt x="3075305" y="1328928"/>
                    <a:pt x="2998724" y="1381379"/>
                    <a:pt x="2953639" y="1444371"/>
                  </a:cubicBezTo>
                  <a:moveTo>
                    <a:pt x="2969260" y="522859"/>
                  </a:moveTo>
                  <a:cubicBezTo>
                    <a:pt x="2892044" y="530098"/>
                    <a:pt x="2808224" y="569595"/>
                    <a:pt x="2739263" y="638175"/>
                  </a:cubicBezTo>
                  <a:cubicBezTo>
                    <a:pt x="2670302" y="706755"/>
                    <a:pt x="2630297" y="790448"/>
                    <a:pt x="2622677" y="867537"/>
                  </a:cubicBezTo>
                  <a:cubicBezTo>
                    <a:pt x="2699893" y="860298"/>
                    <a:pt x="2783713" y="820801"/>
                    <a:pt x="2852674" y="752221"/>
                  </a:cubicBezTo>
                  <a:cubicBezTo>
                    <a:pt x="2921635" y="683641"/>
                    <a:pt x="2961640" y="600075"/>
                    <a:pt x="2969260" y="522859"/>
                  </a:cubicBezTo>
                  <a:moveTo>
                    <a:pt x="2189226" y="318643"/>
                  </a:moveTo>
                  <a:cubicBezTo>
                    <a:pt x="2214626" y="224790"/>
                    <a:pt x="2207387" y="132461"/>
                    <a:pt x="2175510" y="61722"/>
                  </a:cubicBezTo>
                  <a:cubicBezTo>
                    <a:pt x="2112264" y="106553"/>
                    <a:pt x="2059305" y="182753"/>
                    <a:pt x="2033905" y="276606"/>
                  </a:cubicBezTo>
                  <a:cubicBezTo>
                    <a:pt x="2008505" y="370459"/>
                    <a:pt x="2015744" y="462915"/>
                    <a:pt x="2047748" y="533527"/>
                  </a:cubicBezTo>
                  <a:cubicBezTo>
                    <a:pt x="2110994" y="488696"/>
                    <a:pt x="2163826" y="412496"/>
                    <a:pt x="2189226" y="318643"/>
                  </a:cubicBezTo>
                  <a:moveTo>
                    <a:pt x="1382776" y="531749"/>
                  </a:moveTo>
                  <a:cubicBezTo>
                    <a:pt x="1415161" y="461264"/>
                    <a:pt x="1422781" y="368808"/>
                    <a:pt x="1397889" y="274828"/>
                  </a:cubicBezTo>
                  <a:cubicBezTo>
                    <a:pt x="1372997" y="180848"/>
                    <a:pt x="1320546" y="104394"/>
                    <a:pt x="1257554" y="59182"/>
                  </a:cubicBezTo>
                  <a:cubicBezTo>
                    <a:pt x="1225169" y="129667"/>
                    <a:pt x="1217549" y="222123"/>
                    <a:pt x="1242441" y="316103"/>
                  </a:cubicBezTo>
                  <a:cubicBezTo>
                    <a:pt x="1267333" y="410083"/>
                    <a:pt x="1319784" y="486537"/>
                    <a:pt x="1382903" y="531749"/>
                  </a:cubicBezTo>
                  <a:moveTo>
                    <a:pt x="805942" y="862711"/>
                  </a:moveTo>
                  <a:cubicBezTo>
                    <a:pt x="798703" y="785495"/>
                    <a:pt x="759079" y="701675"/>
                    <a:pt x="690626" y="632714"/>
                  </a:cubicBezTo>
                  <a:cubicBezTo>
                    <a:pt x="622173" y="563753"/>
                    <a:pt x="538480" y="523748"/>
                    <a:pt x="461264" y="516128"/>
                  </a:cubicBezTo>
                  <a:cubicBezTo>
                    <a:pt x="468503" y="593344"/>
                    <a:pt x="508000" y="677291"/>
                    <a:pt x="576580" y="746125"/>
                  </a:cubicBezTo>
                  <a:cubicBezTo>
                    <a:pt x="645160" y="814959"/>
                    <a:pt x="728853" y="855091"/>
                    <a:pt x="806069" y="862711"/>
                  </a:cubicBezTo>
                  <a:moveTo>
                    <a:pt x="214884" y="1451483"/>
                  </a:moveTo>
                  <a:cubicBezTo>
                    <a:pt x="308737" y="1476883"/>
                    <a:pt x="401193" y="1469644"/>
                    <a:pt x="471805" y="1437640"/>
                  </a:cubicBezTo>
                  <a:cubicBezTo>
                    <a:pt x="426974" y="1374394"/>
                    <a:pt x="350774" y="1321562"/>
                    <a:pt x="256921" y="1296162"/>
                  </a:cubicBezTo>
                  <a:cubicBezTo>
                    <a:pt x="163068" y="1270762"/>
                    <a:pt x="70739" y="1278001"/>
                    <a:pt x="0" y="1309878"/>
                  </a:cubicBezTo>
                  <a:cubicBezTo>
                    <a:pt x="44831" y="1373124"/>
                    <a:pt x="121031" y="1426083"/>
                    <a:pt x="214884" y="1451483"/>
                  </a:cubicBezTo>
                  <a:moveTo>
                    <a:pt x="2419858" y="759587"/>
                  </a:moveTo>
                  <a:cubicBezTo>
                    <a:pt x="2527427" y="573151"/>
                    <a:pt x="2588641" y="385064"/>
                    <a:pt x="2598674" y="237617"/>
                  </a:cubicBezTo>
                  <a:cubicBezTo>
                    <a:pt x="2475992" y="319786"/>
                    <a:pt x="2343658" y="466852"/>
                    <a:pt x="2236089" y="653415"/>
                  </a:cubicBezTo>
                  <a:cubicBezTo>
                    <a:pt x="2128520" y="839978"/>
                    <a:pt x="2067179" y="1028192"/>
                    <a:pt x="2057273" y="1175385"/>
                  </a:cubicBezTo>
                  <a:cubicBezTo>
                    <a:pt x="2179828" y="1093089"/>
                    <a:pt x="2312162" y="946023"/>
                    <a:pt x="2419858" y="759587"/>
                  </a:cubicBezTo>
                  <a:moveTo>
                    <a:pt x="1366647" y="1175258"/>
                  </a:moveTo>
                  <a:cubicBezTo>
                    <a:pt x="1356741" y="1027938"/>
                    <a:pt x="1295527" y="839851"/>
                    <a:pt x="1187831" y="653415"/>
                  </a:cubicBezTo>
                  <a:cubicBezTo>
                    <a:pt x="1080135" y="466979"/>
                    <a:pt x="947801" y="319913"/>
                    <a:pt x="825246" y="237617"/>
                  </a:cubicBezTo>
                  <a:cubicBezTo>
                    <a:pt x="835152" y="384937"/>
                    <a:pt x="896366" y="573024"/>
                    <a:pt x="1004062" y="759587"/>
                  </a:cubicBezTo>
                  <a:cubicBezTo>
                    <a:pt x="1111758" y="946150"/>
                    <a:pt x="1244092" y="1093216"/>
                    <a:pt x="1366647" y="1175385"/>
                  </a:cubicBezTo>
                  <a:moveTo>
                    <a:pt x="2019173" y="1596390"/>
                  </a:moveTo>
                  <a:lnTo>
                    <a:pt x="2082673" y="1590040"/>
                  </a:lnTo>
                  <a:cubicBezTo>
                    <a:pt x="2115312" y="1585722"/>
                    <a:pt x="2149094" y="1579753"/>
                    <a:pt x="2184146" y="1571879"/>
                  </a:cubicBezTo>
                  <a:cubicBezTo>
                    <a:pt x="2343531" y="1536446"/>
                    <a:pt x="2523744" y="1465453"/>
                    <a:pt x="2702941" y="1362075"/>
                  </a:cubicBezTo>
                  <a:cubicBezTo>
                    <a:pt x="2947289" y="1220978"/>
                    <a:pt x="3139821" y="1047750"/>
                    <a:pt x="3247898" y="887095"/>
                  </a:cubicBezTo>
                  <a:cubicBezTo>
                    <a:pt x="3054858" y="900049"/>
                    <a:pt x="2808351" y="980186"/>
                    <a:pt x="2563876" y="1121283"/>
                  </a:cubicBezTo>
                  <a:cubicBezTo>
                    <a:pt x="2319274" y="1262380"/>
                    <a:pt x="2126615" y="1435735"/>
                    <a:pt x="2019046" y="1596390"/>
                  </a:cubicBezTo>
                  <a:moveTo>
                    <a:pt x="1712087" y="0"/>
                  </a:moveTo>
                  <a:cubicBezTo>
                    <a:pt x="1567561" y="217551"/>
                    <a:pt x="1476375" y="535051"/>
                    <a:pt x="1476375" y="888365"/>
                  </a:cubicBezTo>
                  <a:cubicBezTo>
                    <a:pt x="1476375" y="1241933"/>
                    <a:pt x="1567561" y="1559560"/>
                    <a:pt x="1711960" y="1776857"/>
                  </a:cubicBezTo>
                  <a:cubicBezTo>
                    <a:pt x="1856359" y="1559433"/>
                    <a:pt x="1947418" y="1241806"/>
                    <a:pt x="1947418" y="888365"/>
                  </a:cubicBezTo>
                  <a:cubicBezTo>
                    <a:pt x="1947418" y="534924"/>
                    <a:pt x="1856486" y="217678"/>
                    <a:pt x="1712087" y="0"/>
                  </a:cubicBezTo>
                  <a:moveTo>
                    <a:pt x="720852" y="1361821"/>
                  </a:moveTo>
                  <a:cubicBezTo>
                    <a:pt x="900557" y="1465580"/>
                    <a:pt x="1081405" y="1536446"/>
                    <a:pt x="1241171" y="1571752"/>
                  </a:cubicBezTo>
                  <a:lnTo>
                    <a:pt x="1342644" y="1589786"/>
                  </a:lnTo>
                  <a:cubicBezTo>
                    <a:pt x="1363980" y="1592580"/>
                    <a:pt x="1384681" y="1594739"/>
                    <a:pt x="1404874" y="1596009"/>
                  </a:cubicBezTo>
                  <a:cubicBezTo>
                    <a:pt x="1297051" y="1435354"/>
                    <a:pt x="1104265" y="1262126"/>
                    <a:pt x="859917" y="1121029"/>
                  </a:cubicBezTo>
                  <a:cubicBezTo>
                    <a:pt x="615569" y="979932"/>
                    <a:pt x="369062" y="899795"/>
                    <a:pt x="176149" y="886714"/>
                  </a:cubicBezTo>
                  <a:cubicBezTo>
                    <a:pt x="283845" y="1047369"/>
                    <a:pt x="476504" y="1220724"/>
                    <a:pt x="720979" y="1361821"/>
                  </a:cubicBezTo>
                </a:path>
              </a:pathLst>
            </a:custGeom>
            <a:solidFill>
              <a:srgbClr val="DBA3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1840C125-FFF3-9255-D61E-0F4BEFD52C92}"/>
                </a:ext>
              </a:extLst>
            </p:cNvPr>
            <p:cNvSpPr/>
            <p:nvPr/>
          </p:nvSpPr>
          <p:spPr>
            <a:xfrm>
              <a:off x="188087" y="2494788"/>
              <a:ext cx="1031875" cy="738251"/>
            </a:xfrm>
            <a:custGeom>
              <a:avLst/>
              <a:gdLst/>
              <a:ahLst/>
              <a:cxnLst/>
              <a:rect l="l" t="t" r="r" b="b"/>
              <a:pathLst>
                <a:path w="1031875" h="738251">
                  <a:moveTo>
                    <a:pt x="1031875" y="257175"/>
                  </a:moveTo>
                  <a:lnTo>
                    <a:pt x="550799" y="738251"/>
                  </a:lnTo>
                  <a:cubicBezTo>
                    <a:pt x="307721" y="546608"/>
                    <a:pt x="116205" y="292481"/>
                    <a:pt x="0" y="0"/>
                  </a:cubicBezTo>
                  <a:lnTo>
                    <a:pt x="805053" y="0"/>
                  </a:lnTo>
                  <a:cubicBezTo>
                    <a:pt x="865251" y="98298"/>
                    <a:pt x="942086" y="185420"/>
                    <a:pt x="1031875" y="257175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4331D590-D9F4-4CAC-0450-764112C6A5F0}"/>
                </a:ext>
              </a:extLst>
            </p:cNvPr>
            <p:cNvSpPr/>
            <p:nvPr/>
          </p:nvSpPr>
          <p:spPr>
            <a:xfrm>
              <a:off x="63500" y="1840230"/>
              <a:ext cx="1390904" cy="959612"/>
            </a:xfrm>
            <a:custGeom>
              <a:avLst/>
              <a:gdLst/>
              <a:ahLst/>
              <a:cxnLst/>
              <a:rect l="l" t="t" r="r" b="b"/>
              <a:pathLst>
                <a:path w="1390904" h="959612">
                  <a:moveTo>
                    <a:pt x="784733" y="139954"/>
                  </a:moveTo>
                  <a:cubicBezTo>
                    <a:pt x="784733" y="117348"/>
                    <a:pt x="803148" y="98933"/>
                    <a:pt x="825754" y="98933"/>
                  </a:cubicBezTo>
                  <a:cubicBezTo>
                    <a:pt x="848360" y="98933"/>
                    <a:pt x="866775" y="117348"/>
                    <a:pt x="866775" y="139954"/>
                  </a:cubicBezTo>
                  <a:cubicBezTo>
                    <a:pt x="866775" y="501650"/>
                    <a:pt x="1079754" y="814578"/>
                    <a:pt x="1387094" y="959612"/>
                  </a:cubicBezTo>
                  <a:lnTo>
                    <a:pt x="1387094" y="349377"/>
                  </a:lnTo>
                  <a:cubicBezTo>
                    <a:pt x="1387094" y="333756"/>
                    <a:pt x="1387348" y="316103"/>
                    <a:pt x="1387729" y="296799"/>
                  </a:cubicBezTo>
                  <a:cubicBezTo>
                    <a:pt x="1389126" y="217043"/>
                    <a:pt x="1390904" y="110490"/>
                    <a:pt x="1373505" y="4953"/>
                  </a:cubicBezTo>
                  <a:lnTo>
                    <a:pt x="1306703" y="0"/>
                  </a:lnTo>
                  <a:lnTo>
                    <a:pt x="0" y="0"/>
                  </a:lnTo>
                  <a:cubicBezTo>
                    <a:pt x="0" y="200279"/>
                    <a:pt x="33147" y="392811"/>
                    <a:pt x="94361" y="572389"/>
                  </a:cubicBezTo>
                  <a:lnTo>
                    <a:pt x="884555" y="572389"/>
                  </a:lnTo>
                  <a:cubicBezTo>
                    <a:pt x="820674" y="441579"/>
                    <a:pt x="784733" y="294894"/>
                    <a:pt x="784733" y="13995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1E6894F9-535B-E2FE-C8F4-BBBB4BED7A44}"/>
                </a:ext>
              </a:extLst>
            </p:cNvPr>
            <p:cNvSpPr/>
            <p:nvPr/>
          </p:nvSpPr>
          <p:spPr>
            <a:xfrm>
              <a:off x="1523111" y="1866011"/>
              <a:ext cx="272161" cy="1019175"/>
            </a:xfrm>
            <a:custGeom>
              <a:avLst/>
              <a:gdLst/>
              <a:ahLst/>
              <a:cxnLst/>
              <a:rect l="l" t="t" r="r" b="b"/>
              <a:pathLst>
                <a:path w="272161" h="1019175">
                  <a:moveTo>
                    <a:pt x="0" y="127"/>
                  </a:moveTo>
                  <a:cubicBezTo>
                    <a:pt x="12954" y="100457"/>
                    <a:pt x="11303" y="197485"/>
                    <a:pt x="10160" y="272415"/>
                  </a:cubicBezTo>
                  <a:lnTo>
                    <a:pt x="9525" y="323596"/>
                  </a:lnTo>
                  <a:lnTo>
                    <a:pt x="9525" y="967613"/>
                  </a:lnTo>
                  <a:cubicBezTo>
                    <a:pt x="92202" y="997331"/>
                    <a:pt x="180340" y="1014984"/>
                    <a:pt x="272161" y="1019175"/>
                  </a:cubicBezTo>
                  <a:lnTo>
                    <a:pt x="272161" y="248031"/>
                  </a:lnTo>
                  <a:cubicBezTo>
                    <a:pt x="219583" y="132334"/>
                    <a:pt x="121158" y="41910"/>
                    <a:pt x="0" y="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CC0A25B9-7F9E-3A8A-AAE2-FA5A076FE292}"/>
                </a:ext>
              </a:extLst>
            </p:cNvPr>
            <p:cNvSpPr/>
            <p:nvPr/>
          </p:nvSpPr>
          <p:spPr>
            <a:xfrm>
              <a:off x="805053" y="2801239"/>
              <a:ext cx="990219" cy="812165"/>
            </a:xfrm>
            <a:custGeom>
              <a:avLst/>
              <a:gdLst/>
              <a:ahLst/>
              <a:cxnLst/>
              <a:rect l="l" t="t" r="r" b="b"/>
              <a:pathLst>
                <a:path w="990219" h="812165">
                  <a:moveTo>
                    <a:pt x="669290" y="98425"/>
                  </a:moveTo>
                  <a:lnTo>
                    <a:pt x="667766" y="97790"/>
                  </a:lnTo>
                  <a:cubicBezTo>
                    <a:pt x="601472" y="71501"/>
                    <a:pt x="539369" y="38735"/>
                    <a:pt x="481584" y="0"/>
                  </a:cubicBezTo>
                  <a:lnTo>
                    <a:pt x="0" y="481711"/>
                  </a:lnTo>
                  <a:cubicBezTo>
                    <a:pt x="280162" y="682625"/>
                    <a:pt x="621284" y="803783"/>
                    <a:pt x="990219" y="812165"/>
                  </a:cubicBezTo>
                  <a:lnTo>
                    <a:pt x="990219" y="165989"/>
                  </a:lnTo>
                  <a:cubicBezTo>
                    <a:pt x="879983" y="161544"/>
                    <a:pt x="774192" y="138938"/>
                    <a:pt x="676021" y="100838"/>
                  </a:cubicBezTo>
                  <a:lnTo>
                    <a:pt x="671449" y="99187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A663AAD4-0CB4-3A71-A6F1-E2D8452BB9C8}"/>
                </a:ext>
              </a:extLst>
            </p:cNvPr>
            <p:cNvSpPr/>
            <p:nvPr/>
          </p:nvSpPr>
          <p:spPr>
            <a:xfrm>
              <a:off x="1877314" y="1865503"/>
              <a:ext cx="274955" cy="1019683"/>
            </a:xfrm>
            <a:custGeom>
              <a:avLst/>
              <a:gdLst/>
              <a:ahLst/>
              <a:cxnLst/>
              <a:rect l="l" t="t" r="r" b="b"/>
              <a:pathLst>
                <a:path w="274955" h="1019683">
                  <a:moveTo>
                    <a:pt x="0" y="251587"/>
                  </a:moveTo>
                  <a:lnTo>
                    <a:pt x="0" y="1019683"/>
                  </a:lnTo>
                  <a:cubicBezTo>
                    <a:pt x="92710" y="1015619"/>
                    <a:pt x="181864" y="997331"/>
                    <a:pt x="265430" y="967105"/>
                  </a:cubicBezTo>
                  <a:lnTo>
                    <a:pt x="265430" y="324104"/>
                  </a:lnTo>
                  <a:cubicBezTo>
                    <a:pt x="265430" y="308864"/>
                    <a:pt x="265049" y="291719"/>
                    <a:pt x="264795" y="272923"/>
                  </a:cubicBezTo>
                  <a:cubicBezTo>
                    <a:pt x="263652" y="197739"/>
                    <a:pt x="262001" y="100457"/>
                    <a:pt x="274955" y="0"/>
                  </a:cubicBezTo>
                  <a:cubicBezTo>
                    <a:pt x="152146" y="42037"/>
                    <a:pt x="52451" y="133985"/>
                    <a:pt x="0" y="25158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C670C628-BA7E-D61F-4958-9ABE61FCF6D0}"/>
                </a:ext>
              </a:extLst>
            </p:cNvPr>
            <p:cNvSpPr/>
            <p:nvPr/>
          </p:nvSpPr>
          <p:spPr>
            <a:xfrm>
              <a:off x="1877187" y="2800604"/>
              <a:ext cx="991616" cy="812800"/>
            </a:xfrm>
            <a:custGeom>
              <a:avLst/>
              <a:gdLst/>
              <a:ahLst/>
              <a:cxnLst/>
              <a:rect l="l" t="t" r="r" b="b"/>
              <a:pathLst>
                <a:path w="991616" h="812800">
                  <a:moveTo>
                    <a:pt x="330708" y="95123"/>
                  </a:moveTo>
                  <a:lnTo>
                    <a:pt x="318008" y="100203"/>
                  </a:lnTo>
                  <a:lnTo>
                    <a:pt x="310896" y="102870"/>
                  </a:lnTo>
                  <a:cubicBezTo>
                    <a:pt x="213614" y="140081"/>
                    <a:pt x="109220" y="162433"/>
                    <a:pt x="0" y="166751"/>
                  </a:cubicBezTo>
                  <a:lnTo>
                    <a:pt x="0" y="812800"/>
                  </a:lnTo>
                  <a:cubicBezTo>
                    <a:pt x="369443" y="804799"/>
                    <a:pt x="711073" y="683641"/>
                    <a:pt x="991616" y="482346"/>
                  </a:cubicBezTo>
                  <a:lnTo>
                    <a:pt x="509270" y="0"/>
                  </a:lnTo>
                  <a:cubicBezTo>
                    <a:pt x="453517" y="37592"/>
                    <a:pt x="393700" y="69596"/>
                    <a:pt x="330708" y="9525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8C2DFA46-9588-E314-1139-0956BBF3EFC2}"/>
                </a:ext>
              </a:extLst>
            </p:cNvPr>
            <p:cNvSpPr/>
            <p:nvPr/>
          </p:nvSpPr>
          <p:spPr>
            <a:xfrm>
              <a:off x="2453132" y="2494788"/>
              <a:ext cx="1032637" cy="738251"/>
            </a:xfrm>
            <a:custGeom>
              <a:avLst/>
              <a:gdLst/>
              <a:ahLst/>
              <a:cxnLst/>
              <a:rect l="l" t="t" r="r" b="b"/>
              <a:pathLst>
                <a:path w="1032637" h="738251">
                  <a:moveTo>
                    <a:pt x="127" y="256540"/>
                  </a:moveTo>
                  <a:lnTo>
                    <a:pt x="481838" y="738251"/>
                  </a:lnTo>
                  <a:cubicBezTo>
                    <a:pt x="724916" y="546481"/>
                    <a:pt x="916432" y="292481"/>
                    <a:pt x="1032637" y="0"/>
                  </a:cubicBezTo>
                  <a:lnTo>
                    <a:pt x="226187" y="0"/>
                  </a:lnTo>
                  <a:cubicBezTo>
                    <a:pt x="166116" y="98171"/>
                    <a:pt x="89535" y="185039"/>
                    <a:pt x="0" y="25654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48FE004B-3BE9-EBD7-31C2-458049CBEB44}"/>
                </a:ext>
              </a:extLst>
            </p:cNvPr>
            <p:cNvSpPr/>
            <p:nvPr/>
          </p:nvSpPr>
          <p:spPr>
            <a:xfrm>
              <a:off x="2221103" y="1840357"/>
              <a:ext cx="1389507" cy="958342"/>
            </a:xfrm>
            <a:custGeom>
              <a:avLst/>
              <a:gdLst/>
              <a:ahLst/>
              <a:cxnLst/>
              <a:rect l="l" t="t" r="r" b="b"/>
              <a:pathLst>
                <a:path w="1389507" h="958342">
                  <a:moveTo>
                    <a:pt x="82550" y="0"/>
                  </a:moveTo>
                  <a:lnTo>
                    <a:pt x="17399" y="4572"/>
                  </a:lnTo>
                  <a:cubicBezTo>
                    <a:pt x="0" y="110109"/>
                    <a:pt x="1778" y="216916"/>
                    <a:pt x="3175" y="296799"/>
                  </a:cubicBezTo>
                  <a:lnTo>
                    <a:pt x="3810" y="349377"/>
                  </a:lnTo>
                  <a:lnTo>
                    <a:pt x="3810" y="958342"/>
                  </a:lnTo>
                  <a:cubicBezTo>
                    <a:pt x="309626" y="812673"/>
                    <a:pt x="521335" y="500507"/>
                    <a:pt x="521335" y="139954"/>
                  </a:cubicBezTo>
                  <a:cubicBezTo>
                    <a:pt x="521335" y="117348"/>
                    <a:pt x="539750" y="98933"/>
                    <a:pt x="562356" y="98933"/>
                  </a:cubicBezTo>
                  <a:cubicBezTo>
                    <a:pt x="584962" y="98933"/>
                    <a:pt x="603377" y="117348"/>
                    <a:pt x="603377" y="139954"/>
                  </a:cubicBezTo>
                  <a:cubicBezTo>
                    <a:pt x="603377" y="294894"/>
                    <a:pt x="567436" y="441706"/>
                    <a:pt x="503809" y="572389"/>
                  </a:cubicBezTo>
                  <a:lnTo>
                    <a:pt x="1295146" y="572389"/>
                  </a:lnTo>
                  <a:cubicBezTo>
                    <a:pt x="1356360" y="392811"/>
                    <a:pt x="1389507" y="200279"/>
                    <a:pt x="13895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5FB4C-6C28-D47B-577A-D36F5762C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10669" y="957688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1600" smtClean="0">
                <a:solidFill>
                  <a:schemeClr val="bg1"/>
                </a:solidFill>
              </a:rPr>
              <a:pPr/>
              <a:t>11</a:t>
            </a:fld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48FD71C-E13B-C509-D492-589C7768B5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961"/>
          <a:stretch>
            <a:fillRect/>
          </a:stretch>
        </p:blipFill>
        <p:spPr>
          <a:xfrm>
            <a:off x="525513" y="1778819"/>
            <a:ext cx="6593990" cy="547543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8F6CDDA-6404-8DD2-3C6F-77AD74627F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240"/>
          <a:stretch>
            <a:fillRect/>
          </a:stretch>
        </p:blipFill>
        <p:spPr>
          <a:xfrm>
            <a:off x="7571744" y="1550529"/>
            <a:ext cx="6879861" cy="626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049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A7360-43DC-51D1-2812-3445D97C8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B7DCE74-8CC9-D4F6-6561-C22FDBACC712}"/>
              </a:ext>
            </a:extLst>
          </p:cNvPr>
          <p:cNvSpPr/>
          <p:nvPr/>
        </p:nvSpPr>
        <p:spPr>
          <a:xfrm>
            <a:off x="-3077" y="4107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DED064D-7953-484F-1EA3-F563B350DC20}"/>
              </a:ext>
            </a:extLst>
          </p:cNvPr>
          <p:cNvSpPr txBox="1"/>
          <p:nvPr/>
        </p:nvSpPr>
        <p:spPr>
          <a:xfrm>
            <a:off x="1028720" y="952500"/>
            <a:ext cx="3255770" cy="589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 dirty="0">
                <a:solidFill>
                  <a:srgbClr val="000000"/>
                </a:solidFill>
                <a:latin typeface="Lato Bold"/>
              </a:rPr>
              <a:t> 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C37DD9E-BECC-57A5-9D85-FAD2BDE9568A}"/>
              </a:ext>
            </a:extLst>
          </p:cNvPr>
          <p:cNvSpPr txBox="1"/>
          <p:nvPr/>
        </p:nvSpPr>
        <p:spPr>
          <a:xfrm>
            <a:off x="803281" y="522327"/>
            <a:ext cx="7115148" cy="7496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1B277B"/>
                </a:solidFill>
                <a:latin typeface="Stencil" panose="040409050D0802020404" pitchFamily="82" charset="0"/>
                <a:cs typeface="Times New Roman" panose="02020603050405020304" pitchFamily="18" charset="0"/>
              </a:rPr>
              <a:t>NOVELTY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2951EAB-2623-F541-BDAF-B8ACF399C0E2}"/>
              </a:ext>
            </a:extLst>
          </p:cNvPr>
          <p:cNvSpPr/>
          <p:nvPr/>
        </p:nvSpPr>
        <p:spPr>
          <a:xfrm flipH="1">
            <a:off x="1028720" y="2186817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196B5381-5484-C0E0-BDA9-5F2AE32CEE42}"/>
              </a:ext>
            </a:extLst>
          </p:cNvPr>
          <p:cNvGrpSpPr/>
          <p:nvPr/>
        </p:nvGrpSpPr>
        <p:grpSpPr>
          <a:xfrm>
            <a:off x="15198823" y="-41076"/>
            <a:ext cx="3086100" cy="10287000"/>
            <a:chOff x="0" y="0"/>
            <a:chExt cx="812800" cy="2709333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B050C7B3-9C9D-180D-C1FA-A0675592E3EC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3B2A0274-E075-177E-7CE9-4E8889197257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10D9E737-2B53-F762-F4A8-FC0620CD066A}"/>
              </a:ext>
            </a:extLst>
          </p:cNvPr>
          <p:cNvSpPr/>
          <p:nvPr/>
        </p:nvSpPr>
        <p:spPr>
          <a:xfrm>
            <a:off x="12689252" y="8937335"/>
            <a:ext cx="2087283" cy="521821"/>
          </a:xfrm>
          <a:custGeom>
            <a:avLst/>
            <a:gdLst/>
            <a:ahLst/>
            <a:cxnLst/>
            <a:rect l="l" t="t" r="r" b="b"/>
            <a:pathLst>
              <a:path w="2087283" h="521821">
                <a:moveTo>
                  <a:pt x="0" y="0"/>
                </a:moveTo>
                <a:lnTo>
                  <a:pt x="2087282" y="0"/>
                </a:lnTo>
                <a:lnTo>
                  <a:pt x="2087282" y="521821"/>
                </a:lnTo>
                <a:lnTo>
                  <a:pt x="0" y="521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AutoShape 2" descr="Hana's Tips &amp; Tricks - References">
            <a:extLst>
              <a:ext uri="{FF2B5EF4-FFF2-40B4-BE49-F238E27FC236}">
                <a16:creationId xmlns:a16="http://schemas.microsoft.com/office/drawing/2014/main" id="{4CCF8E05-EF98-CF54-6EF0-921FAA3B82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DD11168-55A8-51A9-FE0D-2084F12C2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1672" y="9459156"/>
            <a:ext cx="4364632" cy="600575"/>
          </a:xfrm>
        </p:spPr>
        <p:txBody>
          <a:bodyPr/>
          <a:lstStyle/>
          <a:p>
            <a:r>
              <a:rPr lang="en-US" dirty="0"/>
              <a:t>Department Of Electronics And Communication Engineering</a:t>
            </a:r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A19A15D0-9724-7407-A46C-56930C3B475D}"/>
              </a:ext>
            </a:extLst>
          </p:cNvPr>
          <p:cNvSpPr/>
          <p:nvPr/>
        </p:nvSpPr>
        <p:spPr>
          <a:xfrm>
            <a:off x="717406" y="1355745"/>
            <a:ext cx="3528392" cy="1"/>
          </a:xfrm>
          <a:prstGeom prst="line">
            <a:avLst/>
          </a:prstGeom>
          <a:ln w="38100" cap="flat">
            <a:solidFill>
              <a:srgbClr val="1E0B9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>
              <a:ln>
                <a:solidFill>
                  <a:srgbClr val="1E0B93"/>
                </a:solidFill>
              </a:ln>
            </a:endParaRPr>
          </a:p>
        </p:txBody>
      </p:sp>
      <p:grpSp>
        <p:nvGrpSpPr>
          <p:cNvPr id="10" name="Group 11">
            <a:extLst>
              <a:ext uri="{FF2B5EF4-FFF2-40B4-BE49-F238E27FC236}">
                <a16:creationId xmlns:a16="http://schemas.microsoft.com/office/drawing/2014/main" id="{1694A940-ACA1-8567-58A3-C6134CEF7EBB}"/>
              </a:ext>
            </a:extLst>
          </p:cNvPr>
          <p:cNvGrpSpPr>
            <a:grpSpLocks noChangeAspect="1"/>
          </p:cNvGrpSpPr>
          <p:nvPr/>
        </p:nvGrpSpPr>
        <p:grpSpPr>
          <a:xfrm>
            <a:off x="15981387" y="446119"/>
            <a:ext cx="1491797" cy="1492952"/>
            <a:chOff x="0" y="0"/>
            <a:chExt cx="3673970" cy="3676815"/>
          </a:xfrm>
        </p:grpSpPr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3E0E11DB-EC63-8D84-C563-7DB4DE4D8C1B}"/>
                </a:ext>
              </a:extLst>
            </p:cNvPr>
            <p:cNvSpPr/>
            <p:nvPr/>
          </p:nvSpPr>
          <p:spPr>
            <a:xfrm>
              <a:off x="123825" y="63500"/>
              <a:ext cx="3426206" cy="1776857"/>
            </a:xfrm>
            <a:custGeom>
              <a:avLst/>
              <a:gdLst/>
              <a:ahLst/>
              <a:cxnLst/>
              <a:rect l="l" t="t" r="r" b="b"/>
              <a:pathLst>
                <a:path w="3426206" h="1776857">
                  <a:moveTo>
                    <a:pt x="2953766" y="1444371"/>
                  </a:moveTo>
                  <a:cubicBezTo>
                    <a:pt x="3024251" y="1476756"/>
                    <a:pt x="3116707" y="1484376"/>
                    <a:pt x="3210560" y="1459484"/>
                  </a:cubicBezTo>
                  <a:cubicBezTo>
                    <a:pt x="3304413" y="1434592"/>
                    <a:pt x="3380994" y="1382141"/>
                    <a:pt x="3426206" y="1319149"/>
                  </a:cubicBezTo>
                  <a:cubicBezTo>
                    <a:pt x="3355721" y="1286764"/>
                    <a:pt x="3263265" y="1279144"/>
                    <a:pt x="3169285" y="1304036"/>
                  </a:cubicBezTo>
                  <a:cubicBezTo>
                    <a:pt x="3075305" y="1328928"/>
                    <a:pt x="2998724" y="1381379"/>
                    <a:pt x="2953639" y="1444371"/>
                  </a:cubicBezTo>
                  <a:moveTo>
                    <a:pt x="2969260" y="522859"/>
                  </a:moveTo>
                  <a:cubicBezTo>
                    <a:pt x="2892044" y="530098"/>
                    <a:pt x="2808224" y="569595"/>
                    <a:pt x="2739263" y="638175"/>
                  </a:cubicBezTo>
                  <a:cubicBezTo>
                    <a:pt x="2670302" y="706755"/>
                    <a:pt x="2630297" y="790448"/>
                    <a:pt x="2622677" y="867537"/>
                  </a:cubicBezTo>
                  <a:cubicBezTo>
                    <a:pt x="2699893" y="860298"/>
                    <a:pt x="2783713" y="820801"/>
                    <a:pt x="2852674" y="752221"/>
                  </a:cubicBezTo>
                  <a:cubicBezTo>
                    <a:pt x="2921635" y="683641"/>
                    <a:pt x="2961640" y="600075"/>
                    <a:pt x="2969260" y="522859"/>
                  </a:cubicBezTo>
                  <a:moveTo>
                    <a:pt x="2189226" y="318643"/>
                  </a:moveTo>
                  <a:cubicBezTo>
                    <a:pt x="2214626" y="224790"/>
                    <a:pt x="2207387" y="132461"/>
                    <a:pt x="2175510" y="61722"/>
                  </a:cubicBezTo>
                  <a:cubicBezTo>
                    <a:pt x="2112264" y="106553"/>
                    <a:pt x="2059305" y="182753"/>
                    <a:pt x="2033905" y="276606"/>
                  </a:cubicBezTo>
                  <a:cubicBezTo>
                    <a:pt x="2008505" y="370459"/>
                    <a:pt x="2015744" y="462915"/>
                    <a:pt x="2047748" y="533527"/>
                  </a:cubicBezTo>
                  <a:cubicBezTo>
                    <a:pt x="2110994" y="488696"/>
                    <a:pt x="2163826" y="412496"/>
                    <a:pt x="2189226" y="318643"/>
                  </a:cubicBezTo>
                  <a:moveTo>
                    <a:pt x="1382776" y="531749"/>
                  </a:moveTo>
                  <a:cubicBezTo>
                    <a:pt x="1415161" y="461264"/>
                    <a:pt x="1422781" y="368808"/>
                    <a:pt x="1397889" y="274828"/>
                  </a:cubicBezTo>
                  <a:cubicBezTo>
                    <a:pt x="1372997" y="180848"/>
                    <a:pt x="1320546" y="104394"/>
                    <a:pt x="1257554" y="59182"/>
                  </a:cubicBezTo>
                  <a:cubicBezTo>
                    <a:pt x="1225169" y="129667"/>
                    <a:pt x="1217549" y="222123"/>
                    <a:pt x="1242441" y="316103"/>
                  </a:cubicBezTo>
                  <a:cubicBezTo>
                    <a:pt x="1267333" y="410083"/>
                    <a:pt x="1319784" y="486537"/>
                    <a:pt x="1382903" y="531749"/>
                  </a:cubicBezTo>
                  <a:moveTo>
                    <a:pt x="805942" y="862711"/>
                  </a:moveTo>
                  <a:cubicBezTo>
                    <a:pt x="798703" y="785495"/>
                    <a:pt x="759079" y="701675"/>
                    <a:pt x="690626" y="632714"/>
                  </a:cubicBezTo>
                  <a:cubicBezTo>
                    <a:pt x="622173" y="563753"/>
                    <a:pt x="538480" y="523748"/>
                    <a:pt x="461264" y="516128"/>
                  </a:cubicBezTo>
                  <a:cubicBezTo>
                    <a:pt x="468503" y="593344"/>
                    <a:pt x="508000" y="677291"/>
                    <a:pt x="576580" y="746125"/>
                  </a:cubicBezTo>
                  <a:cubicBezTo>
                    <a:pt x="645160" y="814959"/>
                    <a:pt x="728853" y="855091"/>
                    <a:pt x="806069" y="862711"/>
                  </a:cubicBezTo>
                  <a:moveTo>
                    <a:pt x="214884" y="1451483"/>
                  </a:moveTo>
                  <a:cubicBezTo>
                    <a:pt x="308737" y="1476883"/>
                    <a:pt x="401193" y="1469644"/>
                    <a:pt x="471805" y="1437640"/>
                  </a:cubicBezTo>
                  <a:cubicBezTo>
                    <a:pt x="426974" y="1374394"/>
                    <a:pt x="350774" y="1321562"/>
                    <a:pt x="256921" y="1296162"/>
                  </a:cubicBezTo>
                  <a:cubicBezTo>
                    <a:pt x="163068" y="1270762"/>
                    <a:pt x="70739" y="1278001"/>
                    <a:pt x="0" y="1309878"/>
                  </a:cubicBezTo>
                  <a:cubicBezTo>
                    <a:pt x="44831" y="1373124"/>
                    <a:pt x="121031" y="1426083"/>
                    <a:pt x="214884" y="1451483"/>
                  </a:cubicBezTo>
                  <a:moveTo>
                    <a:pt x="2419858" y="759587"/>
                  </a:moveTo>
                  <a:cubicBezTo>
                    <a:pt x="2527427" y="573151"/>
                    <a:pt x="2588641" y="385064"/>
                    <a:pt x="2598674" y="237617"/>
                  </a:cubicBezTo>
                  <a:cubicBezTo>
                    <a:pt x="2475992" y="319786"/>
                    <a:pt x="2343658" y="466852"/>
                    <a:pt x="2236089" y="653415"/>
                  </a:cubicBezTo>
                  <a:cubicBezTo>
                    <a:pt x="2128520" y="839978"/>
                    <a:pt x="2067179" y="1028192"/>
                    <a:pt x="2057273" y="1175385"/>
                  </a:cubicBezTo>
                  <a:cubicBezTo>
                    <a:pt x="2179828" y="1093089"/>
                    <a:pt x="2312162" y="946023"/>
                    <a:pt x="2419858" y="759587"/>
                  </a:cubicBezTo>
                  <a:moveTo>
                    <a:pt x="1366647" y="1175258"/>
                  </a:moveTo>
                  <a:cubicBezTo>
                    <a:pt x="1356741" y="1027938"/>
                    <a:pt x="1295527" y="839851"/>
                    <a:pt x="1187831" y="653415"/>
                  </a:cubicBezTo>
                  <a:cubicBezTo>
                    <a:pt x="1080135" y="466979"/>
                    <a:pt x="947801" y="319913"/>
                    <a:pt x="825246" y="237617"/>
                  </a:cubicBezTo>
                  <a:cubicBezTo>
                    <a:pt x="835152" y="384937"/>
                    <a:pt x="896366" y="573024"/>
                    <a:pt x="1004062" y="759587"/>
                  </a:cubicBezTo>
                  <a:cubicBezTo>
                    <a:pt x="1111758" y="946150"/>
                    <a:pt x="1244092" y="1093216"/>
                    <a:pt x="1366647" y="1175385"/>
                  </a:cubicBezTo>
                  <a:moveTo>
                    <a:pt x="2019173" y="1596390"/>
                  </a:moveTo>
                  <a:lnTo>
                    <a:pt x="2082673" y="1590040"/>
                  </a:lnTo>
                  <a:cubicBezTo>
                    <a:pt x="2115312" y="1585722"/>
                    <a:pt x="2149094" y="1579753"/>
                    <a:pt x="2184146" y="1571879"/>
                  </a:cubicBezTo>
                  <a:cubicBezTo>
                    <a:pt x="2343531" y="1536446"/>
                    <a:pt x="2523744" y="1465453"/>
                    <a:pt x="2702941" y="1362075"/>
                  </a:cubicBezTo>
                  <a:cubicBezTo>
                    <a:pt x="2947289" y="1220978"/>
                    <a:pt x="3139821" y="1047750"/>
                    <a:pt x="3247898" y="887095"/>
                  </a:cubicBezTo>
                  <a:cubicBezTo>
                    <a:pt x="3054858" y="900049"/>
                    <a:pt x="2808351" y="980186"/>
                    <a:pt x="2563876" y="1121283"/>
                  </a:cubicBezTo>
                  <a:cubicBezTo>
                    <a:pt x="2319274" y="1262380"/>
                    <a:pt x="2126615" y="1435735"/>
                    <a:pt x="2019046" y="1596390"/>
                  </a:cubicBezTo>
                  <a:moveTo>
                    <a:pt x="1712087" y="0"/>
                  </a:moveTo>
                  <a:cubicBezTo>
                    <a:pt x="1567561" y="217551"/>
                    <a:pt x="1476375" y="535051"/>
                    <a:pt x="1476375" y="888365"/>
                  </a:cubicBezTo>
                  <a:cubicBezTo>
                    <a:pt x="1476375" y="1241933"/>
                    <a:pt x="1567561" y="1559560"/>
                    <a:pt x="1711960" y="1776857"/>
                  </a:cubicBezTo>
                  <a:cubicBezTo>
                    <a:pt x="1856359" y="1559433"/>
                    <a:pt x="1947418" y="1241806"/>
                    <a:pt x="1947418" y="888365"/>
                  </a:cubicBezTo>
                  <a:cubicBezTo>
                    <a:pt x="1947418" y="534924"/>
                    <a:pt x="1856486" y="217678"/>
                    <a:pt x="1712087" y="0"/>
                  </a:cubicBezTo>
                  <a:moveTo>
                    <a:pt x="720852" y="1361821"/>
                  </a:moveTo>
                  <a:cubicBezTo>
                    <a:pt x="900557" y="1465580"/>
                    <a:pt x="1081405" y="1536446"/>
                    <a:pt x="1241171" y="1571752"/>
                  </a:cubicBezTo>
                  <a:lnTo>
                    <a:pt x="1342644" y="1589786"/>
                  </a:lnTo>
                  <a:cubicBezTo>
                    <a:pt x="1363980" y="1592580"/>
                    <a:pt x="1384681" y="1594739"/>
                    <a:pt x="1404874" y="1596009"/>
                  </a:cubicBezTo>
                  <a:cubicBezTo>
                    <a:pt x="1297051" y="1435354"/>
                    <a:pt x="1104265" y="1262126"/>
                    <a:pt x="859917" y="1121029"/>
                  </a:cubicBezTo>
                  <a:cubicBezTo>
                    <a:pt x="615569" y="979932"/>
                    <a:pt x="369062" y="899795"/>
                    <a:pt x="176149" y="886714"/>
                  </a:cubicBezTo>
                  <a:cubicBezTo>
                    <a:pt x="283845" y="1047369"/>
                    <a:pt x="476504" y="1220724"/>
                    <a:pt x="720979" y="1361821"/>
                  </a:cubicBezTo>
                </a:path>
              </a:pathLst>
            </a:custGeom>
            <a:solidFill>
              <a:srgbClr val="DBA3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CB3DD024-9914-B9D7-CA75-6F2BAA12F318}"/>
                </a:ext>
              </a:extLst>
            </p:cNvPr>
            <p:cNvSpPr/>
            <p:nvPr/>
          </p:nvSpPr>
          <p:spPr>
            <a:xfrm>
              <a:off x="188087" y="2494788"/>
              <a:ext cx="1031875" cy="738251"/>
            </a:xfrm>
            <a:custGeom>
              <a:avLst/>
              <a:gdLst/>
              <a:ahLst/>
              <a:cxnLst/>
              <a:rect l="l" t="t" r="r" b="b"/>
              <a:pathLst>
                <a:path w="1031875" h="738251">
                  <a:moveTo>
                    <a:pt x="1031875" y="257175"/>
                  </a:moveTo>
                  <a:lnTo>
                    <a:pt x="550799" y="738251"/>
                  </a:lnTo>
                  <a:cubicBezTo>
                    <a:pt x="307721" y="546608"/>
                    <a:pt x="116205" y="292481"/>
                    <a:pt x="0" y="0"/>
                  </a:cubicBezTo>
                  <a:lnTo>
                    <a:pt x="805053" y="0"/>
                  </a:lnTo>
                  <a:cubicBezTo>
                    <a:pt x="865251" y="98298"/>
                    <a:pt x="942086" y="185420"/>
                    <a:pt x="1031875" y="257175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324D8A24-0A4B-BC30-9C80-B7F22C401630}"/>
                </a:ext>
              </a:extLst>
            </p:cNvPr>
            <p:cNvSpPr/>
            <p:nvPr/>
          </p:nvSpPr>
          <p:spPr>
            <a:xfrm>
              <a:off x="63500" y="1840230"/>
              <a:ext cx="1390904" cy="959612"/>
            </a:xfrm>
            <a:custGeom>
              <a:avLst/>
              <a:gdLst/>
              <a:ahLst/>
              <a:cxnLst/>
              <a:rect l="l" t="t" r="r" b="b"/>
              <a:pathLst>
                <a:path w="1390904" h="959612">
                  <a:moveTo>
                    <a:pt x="784733" y="139954"/>
                  </a:moveTo>
                  <a:cubicBezTo>
                    <a:pt x="784733" y="117348"/>
                    <a:pt x="803148" y="98933"/>
                    <a:pt x="825754" y="98933"/>
                  </a:cubicBezTo>
                  <a:cubicBezTo>
                    <a:pt x="848360" y="98933"/>
                    <a:pt x="866775" y="117348"/>
                    <a:pt x="866775" y="139954"/>
                  </a:cubicBezTo>
                  <a:cubicBezTo>
                    <a:pt x="866775" y="501650"/>
                    <a:pt x="1079754" y="814578"/>
                    <a:pt x="1387094" y="959612"/>
                  </a:cubicBezTo>
                  <a:lnTo>
                    <a:pt x="1387094" y="349377"/>
                  </a:lnTo>
                  <a:cubicBezTo>
                    <a:pt x="1387094" y="333756"/>
                    <a:pt x="1387348" y="316103"/>
                    <a:pt x="1387729" y="296799"/>
                  </a:cubicBezTo>
                  <a:cubicBezTo>
                    <a:pt x="1389126" y="217043"/>
                    <a:pt x="1390904" y="110490"/>
                    <a:pt x="1373505" y="4953"/>
                  </a:cubicBezTo>
                  <a:lnTo>
                    <a:pt x="1306703" y="0"/>
                  </a:lnTo>
                  <a:lnTo>
                    <a:pt x="0" y="0"/>
                  </a:lnTo>
                  <a:cubicBezTo>
                    <a:pt x="0" y="200279"/>
                    <a:pt x="33147" y="392811"/>
                    <a:pt x="94361" y="572389"/>
                  </a:cubicBezTo>
                  <a:lnTo>
                    <a:pt x="884555" y="572389"/>
                  </a:lnTo>
                  <a:cubicBezTo>
                    <a:pt x="820674" y="441579"/>
                    <a:pt x="784733" y="294894"/>
                    <a:pt x="784733" y="13995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3A14487F-7826-D6C7-741B-7750D1881C0D}"/>
                </a:ext>
              </a:extLst>
            </p:cNvPr>
            <p:cNvSpPr/>
            <p:nvPr/>
          </p:nvSpPr>
          <p:spPr>
            <a:xfrm>
              <a:off x="1523111" y="1866011"/>
              <a:ext cx="272161" cy="1019175"/>
            </a:xfrm>
            <a:custGeom>
              <a:avLst/>
              <a:gdLst/>
              <a:ahLst/>
              <a:cxnLst/>
              <a:rect l="l" t="t" r="r" b="b"/>
              <a:pathLst>
                <a:path w="272161" h="1019175">
                  <a:moveTo>
                    <a:pt x="0" y="127"/>
                  </a:moveTo>
                  <a:cubicBezTo>
                    <a:pt x="12954" y="100457"/>
                    <a:pt x="11303" y="197485"/>
                    <a:pt x="10160" y="272415"/>
                  </a:cubicBezTo>
                  <a:lnTo>
                    <a:pt x="9525" y="323596"/>
                  </a:lnTo>
                  <a:lnTo>
                    <a:pt x="9525" y="967613"/>
                  </a:lnTo>
                  <a:cubicBezTo>
                    <a:pt x="92202" y="997331"/>
                    <a:pt x="180340" y="1014984"/>
                    <a:pt x="272161" y="1019175"/>
                  </a:cubicBezTo>
                  <a:lnTo>
                    <a:pt x="272161" y="248031"/>
                  </a:lnTo>
                  <a:cubicBezTo>
                    <a:pt x="219583" y="132334"/>
                    <a:pt x="121158" y="41910"/>
                    <a:pt x="0" y="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EBBBEED7-BE1F-CE77-1BAA-1917F9DE95FA}"/>
                </a:ext>
              </a:extLst>
            </p:cNvPr>
            <p:cNvSpPr/>
            <p:nvPr/>
          </p:nvSpPr>
          <p:spPr>
            <a:xfrm>
              <a:off x="805053" y="2801239"/>
              <a:ext cx="990219" cy="812165"/>
            </a:xfrm>
            <a:custGeom>
              <a:avLst/>
              <a:gdLst/>
              <a:ahLst/>
              <a:cxnLst/>
              <a:rect l="l" t="t" r="r" b="b"/>
              <a:pathLst>
                <a:path w="990219" h="812165">
                  <a:moveTo>
                    <a:pt x="669290" y="98425"/>
                  </a:moveTo>
                  <a:lnTo>
                    <a:pt x="667766" y="97790"/>
                  </a:lnTo>
                  <a:cubicBezTo>
                    <a:pt x="601472" y="71501"/>
                    <a:pt x="539369" y="38735"/>
                    <a:pt x="481584" y="0"/>
                  </a:cubicBezTo>
                  <a:lnTo>
                    <a:pt x="0" y="481711"/>
                  </a:lnTo>
                  <a:cubicBezTo>
                    <a:pt x="280162" y="682625"/>
                    <a:pt x="621284" y="803783"/>
                    <a:pt x="990219" y="812165"/>
                  </a:cubicBezTo>
                  <a:lnTo>
                    <a:pt x="990219" y="165989"/>
                  </a:lnTo>
                  <a:cubicBezTo>
                    <a:pt x="879983" y="161544"/>
                    <a:pt x="774192" y="138938"/>
                    <a:pt x="676021" y="100838"/>
                  </a:cubicBezTo>
                  <a:lnTo>
                    <a:pt x="671449" y="99187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CBF2B307-F11D-8072-E36A-8F51C4F0B2C2}"/>
                </a:ext>
              </a:extLst>
            </p:cNvPr>
            <p:cNvSpPr/>
            <p:nvPr/>
          </p:nvSpPr>
          <p:spPr>
            <a:xfrm>
              <a:off x="1877314" y="1865503"/>
              <a:ext cx="274955" cy="1019683"/>
            </a:xfrm>
            <a:custGeom>
              <a:avLst/>
              <a:gdLst/>
              <a:ahLst/>
              <a:cxnLst/>
              <a:rect l="l" t="t" r="r" b="b"/>
              <a:pathLst>
                <a:path w="274955" h="1019683">
                  <a:moveTo>
                    <a:pt x="0" y="251587"/>
                  </a:moveTo>
                  <a:lnTo>
                    <a:pt x="0" y="1019683"/>
                  </a:lnTo>
                  <a:cubicBezTo>
                    <a:pt x="92710" y="1015619"/>
                    <a:pt x="181864" y="997331"/>
                    <a:pt x="265430" y="967105"/>
                  </a:cubicBezTo>
                  <a:lnTo>
                    <a:pt x="265430" y="324104"/>
                  </a:lnTo>
                  <a:cubicBezTo>
                    <a:pt x="265430" y="308864"/>
                    <a:pt x="265049" y="291719"/>
                    <a:pt x="264795" y="272923"/>
                  </a:cubicBezTo>
                  <a:cubicBezTo>
                    <a:pt x="263652" y="197739"/>
                    <a:pt x="262001" y="100457"/>
                    <a:pt x="274955" y="0"/>
                  </a:cubicBezTo>
                  <a:cubicBezTo>
                    <a:pt x="152146" y="42037"/>
                    <a:pt x="52451" y="133985"/>
                    <a:pt x="0" y="25158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53C5853E-B4F6-E530-DE32-7CE95E8E0C89}"/>
                </a:ext>
              </a:extLst>
            </p:cNvPr>
            <p:cNvSpPr/>
            <p:nvPr/>
          </p:nvSpPr>
          <p:spPr>
            <a:xfrm>
              <a:off x="1877187" y="2800604"/>
              <a:ext cx="991616" cy="812800"/>
            </a:xfrm>
            <a:custGeom>
              <a:avLst/>
              <a:gdLst/>
              <a:ahLst/>
              <a:cxnLst/>
              <a:rect l="l" t="t" r="r" b="b"/>
              <a:pathLst>
                <a:path w="991616" h="812800">
                  <a:moveTo>
                    <a:pt x="330708" y="95123"/>
                  </a:moveTo>
                  <a:lnTo>
                    <a:pt x="318008" y="100203"/>
                  </a:lnTo>
                  <a:lnTo>
                    <a:pt x="310896" y="102870"/>
                  </a:lnTo>
                  <a:cubicBezTo>
                    <a:pt x="213614" y="140081"/>
                    <a:pt x="109220" y="162433"/>
                    <a:pt x="0" y="166751"/>
                  </a:cubicBezTo>
                  <a:lnTo>
                    <a:pt x="0" y="812800"/>
                  </a:lnTo>
                  <a:cubicBezTo>
                    <a:pt x="369443" y="804799"/>
                    <a:pt x="711073" y="683641"/>
                    <a:pt x="991616" y="482346"/>
                  </a:cubicBezTo>
                  <a:lnTo>
                    <a:pt x="509270" y="0"/>
                  </a:lnTo>
                  <a:cubicBezTo>
                    <a:pt x="453517" y="37592"/>
                    <a:pt x="393700" y="69596"/>
                    <a:pt x="330708" y="9525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8541FADF-19E2-9AD5-E55C-13B3A129FB22}"/>
                </a:ext>
              </a:extLst>
            </p:cNvPr>
            <p:cNvSpPr/>
            <p:nvPr/>
          </p:nvSpPr>
          <p:spPr>
            <a:xfrm>
              <a:off x="2453132" y="2494788"/>
              <a:ext cx="1032637" cy="738251"/>
            </a:xfrm>
            <a:custGeom>
              <a:avLst/>
              <a:gdLst/>
              <a:ahLst/>
              <a:cxnLst/>
              <a:rect l="l" t="t" r="r" b="b"/>
              <a:pathLst>
                <a:path w="1032637" h="738251">
                  <a:moveTo>
                    <a:pt x="127" y="256540"/>
                  </a:moveTo>
                  <a:lnTo>
                    <a:pt x="481838" y="738251"/>
                  </a:lnTo>
                  <a:cubicBezTo>
                    <a:pt x="724916" y="546481"/>
                    <a:pt x="916432" y="292481"/>
                    <a:pt x="1032637" y="0"/>
                  </a:cubicBezTo>
                  <a:lnTo>
                    <a:pt x="226187" y="0"/>
                  </a:lnTo>
                  <a:cubicBezTo>
                    <a:pt x="166116" y="98171"/>
                    <a:pt x="89535" y="185039"/>
                    <a:pt x="0" y="25654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D4A7B509-7F40-899D-032D-31F81971ED15}"/>
                </a:ext>
              </a:extLst>
            </p:cNvPr>
            <p:cNvSpPr/>
            <p:nvPr/>
          </p:nvSpPr>
          <p:spPr>
            <a:xfrm>
              <a:off x="2221103" y="1840357"/>
              <a:ext cx="1389507" cy="958342"/>
            </a:xfrm>
            <a:custGeom>
              <a:avLst/>
              <a:gdLst/>
              <a:ahLst/>
              <a:cxnLst/>
              <a:rect l="l" t="t" r="r" b="b"/>
              <a:pathLst>
                <a:path w="1389507" h="958342">
                  <a:moveTo>
                    <a:pt x="82550" y="0"/>
                  </a:moveTo>
                  <a:lnTo>
                    <a:pt x="17399" y="4572"/>
                  </a:lnTo>
                  <a:cubicBezTo>
                    <a:pt x="0" y="110109"/>
                    <a:pt x="1778" y="216916"/>
                    <a:pt x="3175" y="296799"/>
                  </a:cubicBezTo>
                  <a:lnTo>
                    <a:pt x="3810" y="349377"/>
                  </a:lnTo>
                  <a:lnTo>
                    <a:pt x="3810" y="958342"/>
                  </a:lnTo>
                  <a:cubicBezTo>
                    <a:pt x="309626" y="812673"/>
                    <a:pt x="521335" y="500507"/>
                    <a:pt x="521335" y="139954"/>
                  </a:cubicBezTo>
                  <a:cubicBezTo>
                    <a:pt x="521335" y="117348"/>
                    <a:pt x="539750" y="98933"/>
                    <a:pt x="562356" y="98933"/>
                  </a:cubicBezTo>
                  <a:cubicBezTo>
                    <a:pt x="584962" y="98933"/>
                    <a:pt x="603377" y="117348"/>
                    <a:pt x="603377" y="139954"/>
                  </a:cubicBezTo>
                  <a:cubicBezTo>
                    <a:pt x="603377" y="294894"/>
                    <a:pt x="567436" y="441706"/>
                    <a:pt x="503809" y="572389"/>
                  </a:cubicBezTo>
                  <a:lnTo>
                    <a:pt x="1295146" y="572389"/>
                  </a:lnTo>
                  <a:cubicBezTo>
                    <a:pt x="1356360" y="392811"/>
                    <a:pt x="1389507" y="200279"/>
                    <a:pt x="13895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F6CB9-A58B-C275-32EE-89E01466B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10669" y="957688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1600" smtClean="0">
                <a:solidFill>
                  <a:schemeClr val="bg1"/>
                </a:solidFill>
              </a:rPr>
              <a:pPr/>
              <a:t>12</a:t>
            </a:fld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E199C523-CC38-076E-ACAF-401CB0949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281" y="2273195"/>
            <a:ext cx="1370993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Non-intrusive design makes the system compatible with existing conventional lathe machines.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Low-cost, real-time indication improves operator safety, tool life, and machining quality.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 Self-calibrating monitoring eliminates the need for manual tuning.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803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CC5EE-6A7A-F4CD-C97B-151803ADF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12EE39F-9A14-8096-2045-F893763FDB23}"/>
              </a:ext>
            </a:extLst>
          </p:cNvPr>
          <p:cNvSpPr/>
          <p:nvPr/>
        </p:nvSpPr>
        <p:spPr>
          <a:xfrm>
            <a:off x="-361056" y="-67739"/>
            <a:ext cx="18288000" cy="10467824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845E9F4-1455-3231-9ABD-2B01E04DDECD}"/>
              </a:ext>
            </a:extLst>
          </p:cNvPr>
          <p:cNvGrpSpPr/>
          <p:nvPr/>
        </p:nvGrpSpPr>
        <p:grpSpPr>
          <a:xfrm>
            <a:off x="15265774" y="-67739"/>
            <a:ext cx="3086100" cy="10460786"/>
            <a:chOff x="0" y="0"/>
            <a:chExt cx="812800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556C840-5583-2D9E-FC5D-C9E8108F011C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1D1D05C-BFAE-F44F-B6C4-95538E7C8929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9DBD5142-CA3A-66B9-C6C5-2E00F3AC8E30}"/>
              </a:ext>
            </a:extLst>
          </p:cNvPr>
          <p:cNvSpPr txBox="1"/>
          <p:nvPr/>
        </p:nvSpPr>
        <p:spPr>
          <a:xfrm>
            <a:off x="959456" y="481074"/>
            <a:ext cx="11856951" cy="7496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GB" sz="4800" b="1" dirty="0">
                <a:solidFill>
                  <a:srgbClr val="1B277B"/>
                </a:solidFill>
                <a:latin typeface="Stencil" panose="040409050D0802020404" pitchFamily="82" charset="0"/>
                <a:cs typeface="Times New Roman" panose="02020603050405020304" pitchFamily="18" charset="0"/>
              </a:rPr>
              <a:t>SDGs AND DOMAIN SPECIFIACTION</a:t>
            </a:r>
            <a:endParaRPr lang="en-US" sz="4800" b="1" dirty="0">
              <a:solidFill>
                <a:srgbClr val="1B277B"/>
              </a:solidFill>
              <a:latin typeface="Stencil" panose="040409050D0802020404" pitchFamily="82" charset="0"/>
              <a:cs typeface="Times New Roman" panose="02020603050405020304" pitchFamily="18" charset="0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B9E6F681-A70C-2B5B-9D31-4B56A3A607D1}"/>
              </a:ext>
            </a:extLst>
          </p:cNvPr>
          <p:cNvSpPr/>
          <p:nvPr/>
        </p:nvSpPr>
        <p:spPr>
          <a:xfrm flipH="1">
            <a:off x="1028720" y="2186817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40E7A930-95D4-B830-57CC-0FB48350CBAD}"/>
              </a:ext>
            </a:extLst>
          </p:cNvPr>
          <p:cNvSpPr/>
          <p:nvPr/>
        </p:nvSpPr>
        <p:spPr>
          <a:xfrm flipV="1">
            <a:off x="959457" y="1292466"/>
            <a:ext cx="9734576" cy="9034"/>
          </a:xfrm>
          <a:prstGeom prst="line">
            <a:avLst/>
          </a:prstGeom>
          <a:ln w="38100" cap="flat">
            <a:solidFill>
              <a:srgbClr val="1E0B9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>
              <a:ln>
                <a:solidFill>
                  <a:srgbClr val="1E0B93"/>
                </a:solidFill>
              </a:ln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8706E4-30AF-E440-8258-90330D9E7B4F}"/>
              </a:ext>
            </a:extLst>
          </p:cNvPr>
          <p:cNvSpPr txBox="1"/>
          <p:nvPr/>
        </p:nvSpPr>
        <p:spPr>
          <a:xfrm>
            <a:off x="1196827" y="4268265"/>
            <a:ext cx="80638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B1BDC8C-3E76-3B48-7427-EDC530EE3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5568" y="9680004"/>
            <a:ext cx="6063952" cy="365126"/>
          </a:xfrm>
        </p:spPr>
        <p:txBody>
          <a:bodyPr/>
          <a:lstStyle/>
          <a:p>
            <a:r>
              <a:rPr lang="en-US" dirty="0"/>
              <a:t>Department Of Electronics And Communication Engineering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7FEE176-4AC3-DC95-D904-C9FEAF1D6093}"/>
              </a:ext>
            </a:extLst>
          </p:cNvPr>
          <p:cNvGrpSpPr>
            <a:grpSpLocks noChangeAspect="1"/>
          </p:cNvGrpSpPr>
          <p:nvPr/>
        </p:nvGrpSpPr>
        <p:grpSpPr>
          <a:xfrm>
            <a:off x="16062948" y="534988"/>
            <a:ext cx="1491797" cy="1492952"/>
            <a:chOff x="0" y="0"/>
            <a:chExt cx="3673970" cy="367681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6AD1EED-563E-F32B-31D4-29A884EA837C}"/>
                </a:ext>
              </a:extLst>
            </p:cNvPr>
            <p:cNvSpPr/>
            <p:nvPr/>
          </p:nvSpPr>
          <p:spPr>
            <a:xfrm>
              <a:off x="123825" y="63500"/>
              <a:ext cx="3426206" cy="1776857"/>
            </a:xfrm>
            <a:custGeom>
              <a:avLst/>
              <a:gdLst/>
              <a:ahLst/>
              <a:cxnLst/>
              <a:rect l="l" t="t" r="r" b="b"/>
              <a:pathLst>
                <a:path w="3426206" h="1776857">
                  <a:moveTo>
                    <a:pt x="2953766" y="1444371"/>
                  </a:moveTo>
                  <a:cubicBezTo>
                    <a:pt x="3024251" y="1476756"/>
                    <a:pt x="3116707" y="1484376"/>
                    <a:pt x="3210560" y="1459484"/>
                  </a:cubicBezTo>
                  <a:cubicBezTo>
                    <a:pt x="3304413" y="1434592"/>
                    <a:pt x="3380994" y="1382141"/>
                    <a:pt x="3426206" y="1319149"/>
                  </a:cubicBezTo>
                  <a:cubicBezTo>
                    <a:pt x="3355721" y="1286764"/>
                    <a:pt x="3263265" y="1279144"/>
                    <a:pt x="3169285" y="1304036"/>
                  </a:cubicBezTo>
                  <a:cubicBezTo>
                    <a:pt x="3075305" y="1328928"/>
                    <a:pt x="2998724" y="1381379"/>
                    <a:pt x="2953639" y="1444371"/>
                  </a:cubicBezTo>
                  <a:moveTo>
                    <a:pt x="2969260" y="522859"/>
                  </a:moveTo>
                  <a:cubicBezTo>
                    <a:pt x="2892044" y="530098"/>
                    <a:pt x="2808224" y="569595"/>
                    <a:pt x="2739263" y="638175"/>
                  </a:cubicBezTo>
                  <a:cubicBezTo>
                    <a:pt x="2670302" y="706755"/>
                    <a:pt x="2630297" y="790448"/>
                    <a:pt x="2622677" y="867537"/>
                  </a:cubicBezTo>
                  <a:cubicBezTo>
                    <a:pt x="2699893" y="860298"/>
                    <a:pt x="2783713" y="820801"/>
                    <a:pt x="2852674" y="752221"/>
                  </a:cubicBezTo>
                  <a:cubicBezTo>
                    <a:pt x="2921635" y="683641"/>
                    <a:pt x="2961640" y="600075"/>
                    <a:pt x="2969260" y="522859"/>
                  </a:cubicBezTo>
                  <a:moveTo>
                    <a:pt x="2189226" y="318643"/>
                  </a:moveTo>
                  <a:cubicBezTo>
                    <a:pt x="2214626" y="224790"/>
                    <a:pt x="2207387" y="132461"/>
                    <a:pt x="2175510" y="61722"/>
                  </a:cubicBezTo>
                  <a:cubicBezTo>
                    <a:pt x="2112264" y="106553"/>
                    <a:pt x="2059305" y="182753"/>
                    <a:pt x="2033905" y="276606"/>
                  </a:cubicBezTo>
                  <a:cubicBezTo>
                    <a:pt x="2008505" y="370459"/>
                    <a:pt x="2015744" y="462915"/>
                    <a:pt x="2047748" y="533527"/>
                  </a:cubicBezTo>
                  <a:cubicBezTo>
                    <a:pt x="2110994" y="488696"/>
                    <a:pt x="2163826" y="412496"/>
                    <a:pt x="2189226" y="318643"/>
                  </a:cubicBezTo>
                  <a:moveTo>
                    <a:pt x="1382776" y="531749"/>
                  </a:moveTo>
                  <a:cubicBezTo>
                    <a:pt x="1415161" y="461264"/>
                    <a:pt x="1422781" y="368808"/>
                    <a:pt x="1397889" y="274828"/>
                  </a:cubicBezTo>
                  <a:cubicBezTo>
                    <a:pt x="1372997" y="180848"/>
                    <a:pt x="1320546" y="104394"/>
                    <a:pt x="1257554" y="59182"/>
                  </a:cubicBezTo>
                  <a:cubicBezTo>
                    <a:pt x="1225169" y="129667"/>
                    <a:pt x="1217549" y="222123"/>
                    <a:pt x="1242441" y="316103"/>
                  </a:cubicBezTo>
                  <a:cubicBezTo>
                    <a:pt x="1267333" y="410083"/>
                    <a:pt x="1319784" y="486537"/>
                    <a:pt x="1382903" y="531749"/>
                  </a:cubicBezTo>
                  <a:moveTo>
                    <a:pt x="805942" y="862711"/>
                  </a:moveTo>
                  <a:cubicBezTo>
                    <a:pt x="798703" y="785495"/>
                    <a:pt x="759079" y="701675"/>
                    <a:pt x="690626" y="632714"/>
                  </a:cubicBezTo>
                  <a:cubicBezTo>
                    <a:pt x="622173" y="563753"/>
                    <a:pt x="538480" y="523748"/>
                    <a:pt x="461264" y="516128"/>
                  </a:cubicBezTo>
                  <a:cubicBezTo>
                    <a:pt x="468503" y="593344"/>
                    <a:pt x="508000" y="677291"/>
                    <a:pt x="576580" y="746125"/>
                  </a:cubicBezTo>
                  <a:cubicBezTo>
                    <a:pt x="645160" y="814959"/>
                    <a:pt x="728853" y="855091"/>
                    <a:pt x="806069" y="862711"/>
                  </a:cubicBezTo>
                  <a:moveTo>
                    <a:pt x="214884" y="1451483"/>
                  </a:moveTo>
                  <a:cubicBezTo>
                    <a:pt x="308737" y="1476883"/>
                    <a:pt x="401193" y="1469644"/>
                    <a:pt x="471805" y="1437640"/>
                  </a:cubicBezTo>
                  <a:cubicBezTo>
                    <a:pt x="426974" y="1374394"/>
                    <a:pt x="350774" y="1321562"/>
                    <a:pt x="256921" y="1296162"/>
                  </a:cubicBezTo>
                  <a:cubicBezTo>
                    <a:pt x="163068" y="1270762"/>
                    <a:pt x="70739" y="1278001"/>
                    <a:pt x="0" y="1309878"/>
                  </a:cubicBezTo>
                  <a:cubicBezTo>
                    <a:pt x="44831" y="1373124"/>
                    <a:pt x="121031" y="1426083"/>
                    <a:pt x="214884" y="1451483"/>
                  </a:cubicBezTo>
                  <a:moveTo>
                    <a:pt x="2419858" y="759587"/>
                  </a:moveTo>
                  <a:cubicBezTo>
                    <a:pt x="2527427" y="573151"/>
                    <a:pt x="2588641" y="385064"/>
                    <a:pt x="2598674" y="237617"/>
                  </a:cubicBezTo>
                  <a:cubicBezTo>
                    <a:pt x="2475992" y="319786"/>
                    <a:pt x="2343658" y="466852"/>
                    <a:pt x="2236089" y="653415"/>
                  </a:cubicBezTo>
                  <a:cubicBezTo>
                    <a:pt x="2128520" y="839978"/>
                    <a:pt x="2067179" y="1028192"/>
                    <a:pt x="2057273" y="1175385"/>
                  </a:cubicBezTo>
                  <a:cubicBezTo>
                    <a:pt x="2179828" y="1093089"/>
                    <a:pt x="2312162" y="946023"/>
                    <a:pt x="2419858" y="759587"/>
                  </a:cubicBezTo>
                  <a:moveTo>
                    <a:pt x="1366647" y="1175258"/>
                  </a:moveTo>
                  <a:cubicBezTo>
                    <a:pt x="1356741" y="1027938"/>
                    <a:pt x="1295527" y="839851"/>
                    <a:pt x="1187831" y="653415"/>
                  </a:cubicBezTo>
                  <a:cubicBezTo>
                    <a:pt x="1080135" y="466979"/>
                    <a:pt x="947801" y="319913"/>
                    <a:pt x="825246" y="237617"/>
                  </a:cubicBezTo>
                  <a:cubicBezTo>
                    <a:pt x="835152" y="384937"/>
                    <a:pt x="896366" y="573024"/>
                    <a:pt x="1004062" y="759587"/>
                  </a:cubicBezTo>
                  <a:cubicBezTo>
                    <a:pt x="1111758" y="946150"/>
                    <a:pt x="1244092" y="1093216"/>
                    <a:pt x="1366647" y="1175385"/>
                  </a:cubicBezTo>
                  <a:moveTo>
                    <a:pt x="2019173" y="1596390"/>
                  </a:moveTo>
                  <a:lnTo>
                    <a:pt x="2082673" y="1590040"/>
                  </a:lnTo>
                  <a:cubicBezTo>
                    <a:pt x="2115312" y="1585722"/>
                    <a:pt x="2149094" y="1579753"/>
                    <a:pt x="2184146" y="1571879"/>
                  </a:cubicBezTo>
                  <a:cubicBezTo>
                    <a:pt x="2343531" y="1536446"/>
                    <a:pt x="2523744" y="1465453"/>
                    <a:pt x="2702941" y="1362075"/>
                  </a:cubicBezTo>
                  <a:cubicBezTo>
                    <a:pt x="2947289" y="1220978"/>
                    <a:pt x="3139821" y="1047750"/>
                    <a:pt x="3247898" y="887095"/>
                  </a:cubicBezTo>
                  <a:cubicBezTo>
                    <a:pt x="3054858" y="900049"/>
                    <a:pt x="2808351" y="980186"/>
                    <a:pt x="2563876" y="1121283"/>
                  </a:cubicBezTo>
                  <a:cubicBezTo>
                    <a:pt x="2319274" y="1262380"/>
                    <a:pt x="2126615" y="1435735"/>
                    <a:pt x="2019046" y="1596390"/>
                  </a:cubicBezTo>
                  <a:moveTo>
                    <a:pt x="1712087" y="0"/>
                  </a:moveTo>
                  <a:cubicBezTo>
                    <a:pt x="1567561" y="217551"/>
                    <a:pt x="1476375" y="535051"/>
                    <a:pt x="1476375" y="888365"/>
                  </a:cubicBezTo>
                  <a:cubicBezTo>
                    <a:pt x="1476375" y="1241933"/>
                    <a:pt x="1567561" y="1559560"/>
                    <a:pt x="1711960" y="1776857"/>
                  </a:cubicBezTo>
                  <a:cubicBezTo>
                    <a:pt x="1856359" y="1559433"/>
                    <a:pt x="1947418" y="1241806"/>
                    <a:pt x="1947418" y="888365"/>
                  </a:cubicBezTo>
                  <a:cubicBezTo>
                    <a:pt x="1947418" y="534924"/>
                    <a:pt x="1856486" y="217678"/>
                    <a:pt x="1712087" y="0"/>
                  </a:cubicBezTo>
                  <a:moveTo>
                    <a:pt x="720852" y="1361821"/>
                  </a:moveTo>
                  <a:cubicBezTo>
                    <a:pt x="900557" y="1465580"/>
                    <a:pt x="1081405" y="1536446"/>
                    <a:pt x="1241171" y="1571752"/>
                  </a:cubicBezTo>
                  <a:lnTo>
                    <a:pt x="1342644" y="1589786"/>
                  </a:lnTo>
                  <a:cubicBezTo>
                    <a:pt x="1363980" y="1592580"/>
                    <a:pt x="1384681" y="1594739"/>
                    <a:pt x="1404874" y="1596009"/>
                  </a:cubicBezTo>
                  <a:cubicBezTo>
                    <a:pt x="1297051" y="1435354"/>
                    <a:pt x="1104265" y="1262126"/>
                    <a:pt x="859917" y="1121029"/>
                  </a:cubicBezTo>
                  <a:cubicBezTo>
                    <a:pt x="615569" y="979932"/>
                    <a:pt x="369062" y="899795"/>
                    <a:pt x="176149" y="886714"/>
                  </a:cubicBezTo>
                  <a:cubicBezTo>
                    <a:pt x="283845" y="1047369"/>
                    <a:pt x="476504" y="1220724"/>
                    <a:pt x="720979" y="1361821"/>
                  </a:cubicBezTo>
                </a:path>
              </a:pathLst>
            </a:custGeom>
            <a:solidFill>
              <a:srgbClr val="DBA3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D440F543-5C34-8D06-CB5A-707AB7AC75C2}"/>
                </a:ext>
              </a:extLst>
            </p:cNvPr>
            <p:cNvSpPr/>
            <p:nvPr/>
          </p:nvSpPr>
          <p:spPr>
            <a:xfrm>
              <a:off x="188087" y="2494788"/>
              <a:ext cx="1031875" cy="738251"/>
            </a:xfrm>
            <a:custGeom>
              <a:avLst/>
              <a:gdLst/>
              <a:ahLst/>
              <a:cxnLst/>
              <a:rect l="l" t="t" r="r" b="b"/>
              <a:pathLst>
                <a:path w="1031875" h="738251">
                  <a:moveTo>
                    <a:pt x="1031875" y="257175"/>
                  </a:moveTo>
                  <a:lnTo>
                    <a:pt x="550799" y="738251"/>
                  </a:lnTo>
                  <a:cubicBezTo>
                    <a:pt x="307721" y="546608"/>
                    <a:pt x="116205" y="292481"/>
                    <a:pt x="0" y="0"/>
                  </a:cubicBezTo>
                  <a:lnTo>
                    <a:pt x="805053" y="0"/>
                  </a:lnTo>
                  <a:cubicBezTo>
                    <a:pt x="865251" y="98298"/>
                    <a:pt x="942086" y="185420"/>
                    <a:pt x="1031875" y="257175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4A076BCE-25E5-3619-4EA8-B4A9E1CA87B0}"/>
                </a:ext>
              </a:extLst>
            </p:cNvPr>
            <p:cNvSpPr/>
            <p:nvPr/>
          </p:nvSpPr>
          <p:spPr>
            <a:xfrm>
              <a:off x="63500" y="1840230"/>
              <a:ext cx="1390904" cy="959612"/>
            </a:xfrm>
            <a:custGeom>
              <a:avLst/>
              <a:gdLst/>
              <a:ahLst/>
              <a:cxnLst/>
              <a:rect l="l" t="t" r="r" b="b"/>
              <a:pathLst>
                <a:path w="1390904" h="959612">
                  <a:moveTo>
                    <a:pt x="784733" y="139954"/>
                  </a:moveTo>
                  <a:cubicBezTo>
                    <a:pt x="784733" y="117348"/>
                    <a:pt x="803148" y="98933"/>
                    <a:pt x="825754" y="98933"/>
                  </a:cubicBezTo>
                  <a:cubicBezTo>
                    <a:pt x="848360" y="98933"/>
                    <a:pt x="866775" y="117348"/>
                    <a:pt x="866775" y="139954"/>
                  </a:cubicBezTo>
                  <a:cubicBezTo>
                    <a:pt x="866775" y="501650"/>
                    <a:pt x="1079754" y="814578"/>
                    <a:pt x="1387094" y="959612"/>
                  </a:cubicBezTo>
                  <a:lnTo>
                    <a:pt x="1387094" y="349377"/>
                  </a:lnTo>
                  <a:cubicBezTo>
                    <a:pt x="1387094" y="333756"/>
                    <a:pt x="1387348" y="316103"/>
                    <a:pt x="1387729" y="296799"/>
                  </a:cubicBezTo>
                  <a:cubicBezTo>
                    <a:pt x="1389126" y="217043"/>
                    <a:pt x="1390904" y="110490"/>
                    <a:pt x="1373505" y="4953"/>
                  </a:cubicBezTo>
                  <a:lnTo>
                    <a:pt x="1306703" y="0"/>
                  </a:lnTo>
                  <a:lnTo>
                    <a:pt x="0" y="0"/>
                  </a:lnTo>
                  <a:cubicBezTo>
                    <a:pt x="0" y="200279"/>
                    <a:pt x="33147" y="392811"/>
                    <a:pt x="94361" y="572389"/>
                  </a:cubicBezTo>
                  <a:lnTo>
                    <a:pt x="884555" y="572389"/>
                  </a:lnTo>
                  <a:cubicBezTo>
                    <a:pt x="820674" y="441579"/>
                    <a:pt x="784733" y="294894"/>
                    <a:pt x="784733" y="13995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022CBA9-638F-8037-C37B-4A83CF57D9E2}"/>
                </a:ext>
              </a:extLst>
            </p:cNvPr>
            <p:cNvSpPr/>
            <p:nvPr/>
          </p:nvSpPr>
          <p:spPr>
            <a:xfrm>
              <a:off x="1523111" y="1866011"/>
              <a:ext cx="272161" cy="1019175"/>
            </a:xfrm>
            <a:custGeom>
              <a:avLst/>
              <a:gdLst/>
              <a:ahLst/>
              <a:cxnLst/>
              <a:rect l="l" t="t" r="r" b="b"/>
              <a:pathLst>
                <a:path w="272161" h="1019175">
                  <a:moveTo>
                    <a:pt x="0" y="127"/>
                  </a:moveTo>
                  <a:cubicBezTo>
                    <a:pt x="12954" y="100457"/>
                    <a:pt x="11303" y="197485"/>
                    <a:pt x="10160" y="272415"/>
                  </a:cubicBezTo>
                  <a:lnTo>
                    <a:pt x="9525" y="323596"/>
                  </a:lnTo>
                  <a:lnTo>
                    <a:pt x="9525" y="967613"/>
                  </a:lnTo>
                  <a:cubicBezTo>
                    <a:pt x="92202" y="997331"/>
                    <a:pt x="180340" y="1014984"/>
                    <a:pt x="272161" y="1019175"/>
                  </a:cubicBezTo>
                  <a:lnTo>
                    <a:pt x="272161" y="248031"/>
                  </a:lnTo>
                  <a:cubicBezTo>
                    <a:pt x="219583" y="132334"/>
                    <a:pt x="121158" y="41910"/>
                    <a:pt x="0" y="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0A215958-2C50-9E8A-0B50-17574C691424}"/>
                </a:ext>
              </a:extLst>
            </p:cNvPr>
            <p:cNvSpPr/>
            <p:nvPr/>
          </p:nvSpPr>
          <p:spPr>
            <a:xfrm>
              <a:off x="805053" y="2801239"/>
              <a:ext cx="990219" cy="812165"/>
            </a:xfrm>
            <a:custGeom>
              <a:avLst/>
              <a:gdLst/>
              <a:ahLst/>
              <a:cxnLst/>
              <a:rect l="l" t="t" r="r" b="b"/>
              <a:pathLst>
                <a:path w="990219" h="812165">
                  <a:moveTo>
                    <a:pt x="669290" y="98425"/>
                  </a:moveTo>
                  <a:lnTo>
                    <a:pt x="667766" y="97790"/>
                  </a:lnTo>
                  <a:cubicBezTo>
                    <a:pt x="601472" y="71501"/>
                    <a:pt x="539369" y="38735"/>
                    <a:pt x="481584" y="0"/>
                  </a:cubicBezTo>
                  <a:lnTo>
                    <a:pt x="0" y="481711"/>
                  </a:lnTo>
                  <a:cubicBezTo>
                    <a:pt x="280162" y="682625"/>
                    <a:pt x="621284" y="803783"/>
                    <a:pt x="990219" y="812165"/>
                  </a:cubicBezTo>
                  <a:lnTo>
                    <a:pt x="990219" y="165989"/>
                  </a:lnTo>
                  <a:cubicBezTo>
                    <a:pt x="879983" y="161544"/>
                    <a:pt x="774192" y="138938"/>
                    <a:pt x="676021" y="100838"/>
                  </a:cubicBezTo>
                  <a:lnTo>
                    <a:pt x="671449" y="99187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A6D5786-2DEA-9B34-D8EA-F5B56A5D9695}"/>
                </a:ext>
              </a:extLst>
            </p:cNvPr>
            <p:cNvSpPr/>
            <p:nvPr/>
          </p:nvSpPr>
          <p:spPr>
            <a:xfrm>
              <a:off x="1877314" y="1865503"/>
              <a:ext cx="274955" cy="1019683"/>
            </a:xfrm>
            <a:custGeom>
              <a:avLst/>
              <a:gdLst/>
              <a:ahLst/>
              <a:cxnLst/>
              <a:rect l="l" t="t" r="r" b="b"/>
              <a:pathLst>
                <a:path w="274955" h="1019683">
                  <a:moveTo>
                    <a:pt x="0" y="251587"/>
                  </a:moveTo>
                  <a:lnTo>
                    <a:pt x="0" y="1019683"/>
                  </a:lnTo>
                  <a:cubicBezTo>
                    <a:pt x="92710" y="1015619"/>
                    <a:pt x="181864" y="997331"/>
                    <a:pt x="265430" y="967105"/>
                  </a:cubicBezTo>
                  <a:lnTo>
                    <a:pt x="265430" y="324104"/>
                  </a:lnTo>
                  <a:cubicBezTo>
                    <a:pt x="265430" y="308864"/>
                    <a:pt x="265049" y="291719"/>
                    <a:pt x="264795" y="272923"/>
                  </a:cubicBezTo>
                  <a:cubicBezTo>
                    <a:pt x="263652" y="197739"/>
                    <a:pt x="262001" y="100457"/>
                    <a:pt x="274955" y="0"/>
                  </a:cubicBezTo>
                  <a:cubicBezTo>
                    <a:pt x="152146" y="42037"/>
                    <a:pt x="52451" y="133985"/>
                    <a:pt x="0" y="25158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92EC50D5-6A05-5F9D-CD1B-E183DABAE3DF}"/>
                </a:ext>
              </a:extLst>
            </p:cNvPr>
            <p:cNvSpPr/>
            <p:nvPr/>
          </p:nvSpPr>
          <p:spPr>
            <a:xfrm>
              <a:off x="1877187" y="2800604"/>
              <a:ext cx="991616" cy="812800"/>
            </a:xfrm>
            <a:custGeom>
              <a:avLst/>
              <a:gdLst/>
              <a:ahLst/>
              <a:cxnLst/>
              <a:rect l="l" t="t" r="r" b="b"/>
              <a:pathLst>
                <a:path w="991616" h="812800">
                  <a:moveTo>
                    <a:pt x="330708" y="95123"/>
                  </a:moveTo>
                  <a:lnTo>
                    <a:pt x="318008" y="100203"/>
                  </a:lnTo>
                  <a:lnTo>
                    <a:pt x="310896" y="102870"/>
                  </a:lnTo>
                  <a:cubicBezTo>
                    <a:pt x="213614" y="140081"/>
                    <a:pt x="109220" y="162433"/>
                    <a:pt x="0" y="166751"/>
                  </a:cubicBezTo>
                  <a:lnTo>
                    <a:pt x="0" y="812800"/>
                  </a:lnTo>
                  <a:cubicBezTo>
                    <a:pt x="369443" y="804799"/>
                    <a:pt x="711073" y="683641"/>
                    <a:pt x="991616" y="482346"/>
                  </a:cubicBezTo>
                  <a:lnTo>
                    <a:pt x="509270" y="0"/>
                  </a:lnTo>
                  <a:cubicBezTo>
                    <a:pt x="453517" y="37592"/>
                    <a:pt x="393700" y="69596"/>
                    <a:pt x="330708" y="9525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E85E465F-48B4-D0BB-E30D-BB024A9AEB74}"/>
                </a:ext>
              </a:extLst>
            </p:cNvPr>
            <p:cNvSpPr/>
            <p:nvPr/>
          </p:nvSpPr>
          <p:spPr>
            <a:xfrm>
              <a:off x="2453132" y="2494788"/>
              <a:ext cx="1032637" cy="738251"/>
            </a:xfrm>
            <a:custGeom>
              <a:avLst/>
              <a:gdLst/>
              <a:ahLst/>
              <a:cxnLst/>
              <a:rect l="l" t="t" r="r" b="b"/>
              <a:pathLst>
                <a:path w="1032637" h="738251">
                  <a:moveTo>
                    <a:pt x="127" y="256540"/>
                  </a:moveTo>
                  <a:lnTo>
                    <a:pt x="481838" y="738251"/>
                  </a:lnTo>
                  <a:cubicBezTo>
                    <a:pt x="724916" y="546481"/>
                    <a:pt x="916432" y="292481"/>
                    <a:pt x="1032637" y="0"/>
                  </a:cubicBezTo>
                  <a:lnTo>
                    <a:pt x="226187" y="0"/>
                  </a:lnTo>
                  <a:cubicBezTo>
                    <a:pt x="166116" y="98171"/>
                    <a:pt x="89535" y="185039"/>
                    <a:pt x="0" y="25654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F9ED96F2-791B-01F5-FB54-2729D96AF1D8}"/>
                </a:ext>
              </a:extLst>
            </p:cNvPr>
            <p:cNvSpPr/>
            <p:nvPr/>
          </p:nvSpPr>
          <p:spPr>
            <a:xfrm>
              <a:off x="2221103" y="1840357"/>
              <a:ext cx="1389507" cy="958342"/>
            </a:xfrm>
            <a:custGeom>
              <a:avLst/>
              <a:gdLst/>
              <a:ahLst/>
              <a:cxnLst/>
              <a:rect l="l" t="t" r="r" b="b"/>
              <a:pathLst>
                <a:path w="1389507" h="958342">
                  <a:moveTo>
                    <a:pt x="82550" y="0"/>
                  </a:moveTo>
                  <a:lnTo>
                    <a:pt x="17399" y="4572"/>
                  </a:lnTo>
                  <a:cubicBezTo>
                    <a:pt x="0" y="110109"/>
                    <a:pt x="1778" y="216916"/>
                    <a:pt x="3175" y="296799"/>
                  </a:cubicBezTo>
                  <a:lnTo>
                    <a:pt x="3810" y="349377"/>
                  </a:lnTo>
                  <a:lnTo>
                    <a:pt x="3810" y="958342"/>
                  </a:lnTo>
                  <a:cubicBezTo>
                    <a:pt x="309626" y="812673"/>
                    <a:pt x="521335" y="500507"/>
                    <a:pt x="521335" y="139954"/>
                  </a:cubicBezTo>
                  <a:cubicBezTo>
                    <a:pt x="521335" y="117348"/>
                    <a:pt x="539750" y="98933"/>
                    <a:pt x="562356" y="98933"/>
                  </a:cubicBezTo>
                  <a:cubicBezTo>
                    <a:pt x="584962" y="98933"/>
                    <a:pt x="603377" y="117348"/>
                    <a:pt x="603377" y="139954"/>
                  </a:cubicBezTo>
                  <a:cubicBezTo>
                    <a:pt x="603377" y="294894"/>
                    <a:pt x="567436" y="441706"/>
                    <a:pt x="503809" y="572389"/>
                  </a:cubicBezTo>
                  <a:lnTo>
                    <a:pt x="1295146" y="572389"/>
                  </a:lnTo>
                  <a:cubicBezTo>
                    <a:pt x="1356360" y="392811"/>
                    <a:pt x="1389507" y="200279"/>
                    <a:pt x="13895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C921D4C8-3615-1D5F-E6C6-5E39CD4B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59690" y="9811481"/>
            <a:ext cx="2133600" cy="365125"/>
          </a:xfrm>
        </p:spPr>
        <p:txBody>
          <a:bodyPr/>
          <a:lstStyle/>
          <a:p>
            <a:r>
              <a:rPr lang="en-US" sz="16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03F667-F7F9-A6E1-628A-A3BE9919F6AA}"/>
              </a:ext>
            </a:extLst>
          </p:cNvPr>
          <p:cNvSpPr txBox="1"/>
          <p:nvPr/>
        </p:nvSpPr>
        <p:spPr>
          <a:xfrm>
            <a:off x="1367136" y="1706503"/>
            <a:ext cx="12025336" cy="5354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6" name="Rectangle 4">
            <a:extLst>
              <a:ext uri="{FF2B5EF4-FFF2-40B4-BE49-F238E27FC236}">
                <a16:creationId xmlns:a16="http://schemas.microsoft.com/office/drawing/2014/main" id="{8E7C7B59-D87A-C7F6-1116-BD48622C8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175" y="1226584"/>
            <a:ext cx="14113568" cy="7445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SDG 8 – Decent Work and Economic Growth</a:t>
            </a:r>
            <a:br>
              <a:rPr lang="en-US" altLang="en-US" sz="2800" dirty="0">
                <a:latin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system gives early warning signals when something goes wrong, making the workplace safer and reducing machine breakdown time. This increases productivity.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SDG 9 – Industry, Innovation and Infrastructure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This project provides a low-cost smart monitoring system that improves the performance of normal lathe machines without changing the existing setup.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SDG 12 – Responsible Consumption and Production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system detects tool and machine problems in real-time, which reduces material waste, tool damage, and unnecessary energy usage.</a:t>
            </a:r>
          </a:p>
          <a:p>
            <a:pPr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Core Domain :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Embedded Systems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644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BC0B9-7185-7049-A137-6C0647521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BE8002F-9CFE-21AF-750A-D9DB708F8BFB}"/>
              </a:ext>
            </a:extLst>
          </p:cNvPr>
          <p:cNvSpPr/>
          <p:nvPr/>
        </p:nvSpPr>
        <p:spPr>
          <a:xfrm>
            <a:off x="0" y="-1524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F319BBF-2A8D-C9D5-634F-949FE7359AE0}"/>
              </a:ext>
            </a:extLst>
          </p:cNvPr>
          <p:cNvSpPr txBox="1"/>
          <p:nvPr/>
        </p:nvSpPr>
        <p:spPr>
          <a:xfrm>
            <a:off x="1028720" y="952500"/>
            <a:ext cx="3255770" cy="589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 dirty="0">
                <a:solidFill>
                  <a:srgbClr val="000000"/>
                </a:solidFill>
                <a:latin typeface="Lato Bold"/>
              </a:rPr>
              <a:t> 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DEED08E-45E1-A2DB-4486-559D1498B9EA}"/>
              </a:ext>
            </a:extLst>
          </p:cNvPr>
          <p:cNvSpPr txBox="1"/>
          <p:nvPr/>
        </p:nvSpPr>
        <p:spPr>
          <a:xfrm>
            <a:off x="803281" y="522327"/>
            <a:ext cx="7115148" cy="7496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1B277B"/>
                </a:solidFill>
                <a:latin typeface="Stencil" panose="040409050D0802020404" pitchFamily="82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BFA72037-8B8A-B7AF-AD82-7DFACEA788F9}"/>
              </a:ext>
            </a:extLst>
          </p:cNvPr>
          <p:cNvSpPr/>
          <p:nvPr/>
        </p:nvSpPr>
        <p:spPr>
          <a:xfrm flipH="1">
            <a:off x="1028720" y="2186817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79CE8D1D-3269-5176-4C90-1A474F55C126}"/>
              </a:ext>
            </a:extLst>
          </p:cNvPr>
          <p:cNvGrpSpPr/>
          <p:nvPr/>
        </p:nvGrpSpPr>
        <p:grpSpPr>
          <a:xfrm>
            <a:off x="15198823" y="-41076"/>
            <a:ext cx="3086100" cy="10287000"/>
            <a:chOff x="0" y="0"/>
            <a:chExt cx="812800" cy="2709333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439EC44-FD72-2DAC-BFB1-378B57A8EF5E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395B0F6-CB64-02A7-DE84-E9C57B0996C8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1DEE997E-23AB-B979-0B28-76414BEED7AF}"/>
              </a:ext>
            </a:extLst>
          </p:cNvPr>
          <p:cNvSpPr/>
          <p:nvPr/>
        </p:nvSpPr>
        <p:spPr>
          <a:xfrm>
            <a:off x="12689252" y="8937335"/>
            <a:ext cx="2087283" cy="521821"/>
          </a:xfrm>
          <a:custGeom>
            <a:avLst/>
            <a:gdLst/>
            <a:ahLst/>
            <a:cxnLst/>
            <a:rect l="l" t="t" r="r" b="b"/>
            <a:pathLst>
              <a:path w="2087283" h="521821">
                <a:moveTo>
                  <a:pt x="0" y="0"/>
                </a:moveTo>
                <a:lnTo>
                  <a:pt x="2087282" y="0"/>
                </a:lnTo>
                <a:lnTo>
                  <a:pt x="2087282" y="521821"/>
                </a:lnTo>
                <a:lnTo>
                  <a:pt x="0" y="521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FF4E85-EF22-688D-C9EB-AC0812959120}"/>
              </a:ext>
            </a:extLst>
          </p:cNvPr>
          <p:cNvSpPr txBox="1"/>
          <p:nvPr/>
        </p:nvSpPr>
        <p:spPr>
          <a:xfrm>
            <a:off x="428564" y="2857484"/>
            <a:ext cx="6143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AutoShape 2" descr="Hana's Tips &amp; Tricks - References">
            <a:extLst>
              <a:ext uri="{FF2B5EF4-FFF2-40B4-BE49-F238E27FC236}">
                <a16:creationId xmlns:a16="http://schemas.microsoft.com/office/drawing/2014/main" id="{A2727289-1D61-67C0-9027-BABDCB7E62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99A0EA-2F94-C0C6-2AE5-FE5665744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1672" y="9459156"/>
            <a:ext cx="4364632" cy="600575"/>
          </a:xfrm>
        </p:spPr>
        <p:txBody>
          <a:bodyPr/>
          <a:lstStyle/>
          <a:p>
            <a:r>
              <a:rPr lang="en-US" dirty="0"/>
              <a:t>Department Of Electronics And Communication Engineering</a:t>
            </a:r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C5FDB70B-446F-5BF0-5C00-6266BC905D1D}"/>
              </a:ext>
            </a:extLst>
          </p:cNvPr>
          <p:cNvSpPr/>
          <p:nvPr/>
        </p:nvSpPr>
        <p:spPr>
          <a:xfrm>
            <a:off x="717406" y="1355745"/>
            <a:ext cx="3528392" cy="1"/>
          </a:xfrm>
          <a:prstGeom prst="line">
            <a:avLst/>
          </a:prstGeom>
          <a:ln w="38100" cap="flat">
            <a:solidFill>
              <a:srgbClr val="1E0B9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>
              <a:ln>
                <a:solidFill>
                  <a:srgbClr val="1E0B93"/>
                </a:solidFill>
              </a:ln>
            </a:endParaRPr>
          </a:p>
        </p:txBody>
      </p:sp>
      <p:grpSp>
        <p:nvGrpSpPr>
          <p:cNvPr id="10" name="Group 11">
            <a:extLst>
              <a:ext uri="{FF2B5EF4-FFF2-40B4-BE49-F238E27FC236}">
                <a16:creationId xmlns:a16="http://schemas.microsoft.com/office/drawing/2014/main" id="{1D5E4642-98E9-4B67-9D1B-E8D63FE3F208}"/>
              </a:ext>
            </a:extLst>
          </p:cNvPr>
          <p:cNvGrpSpPr>
            <a:grpSpLocks noChangeAspect="1"/>
          </p:cNvGrpSpPr>
          <p:nvPr/>
        </p:nvGrpSpPr>
        <p:grpSpPr>
          <a:xfrm>
            <a:off x="15981387" y="446119"/>
            <a:ext cx="1491797" cy="1492952"/>
            <a:chOff x="0" y="0"/>
            <a:chExt cx="3673970" cy="3676815"/>
          </a:xfrm>
        </p:grpSpPr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C08F5656-FFF5-E014-B1F5-2732D16462D2}"/>
                </a:ext>
              </a:extLst>
            </p:cNvPr>
            <p:cNvSpPr/>
            <p:nvPr/>
          </p:nvSpPr>
          <p:spPr>
            <a:xfrm>
              <a:off x="123825" y="63500"/>
              <a:ext cx="3426206" cy="1776857"/>
            </a:xfrm>
            <a:custGeom>
              <a:avLst/>
              <a:gdLst/>
              <a:ahLst/>
              <a:cxnLst/>
              <a:rect l="l" t="t" r="r" b="b"/>
              <a:pathLst>
                <a:path w="3426206" h="1776857">
                  <a:moveTo>
                    <a:pt x="2953766" y="1444371"/>
                  </a:moveTo>
                  <a:cubicBezTo>
                    <a:pt x="3024251" y="1476756"/>
                    <a:pt x="3116707" y="1484376"/>
                    <a:pt x="3210560" y="1459484"/>
                  </a:cubicBezTo>
                  <a:cubicBezTo>
                    <a:pt x="3304413" y="1434592"/>
                    <a:pt x="3380994" y="1382141"/>
                    <a:pt x="3426206" y="1319149"/>
                  </a:cubicBezTo>
                  <a:cubicBezTo>
                    <a:pt x="3355721" y="1286764"/>
                    <a:pt x="3263265" y="1279144"/>
                    <a:pt x="3169285" y="1304036"/>
                  </a:cubicBezTo>
                  <a:cubicBezTo>
                    <a:pt x="3075305" y="1328928"/>
                    <a:pt x="2998724" y="1381379"/>
                    <a:pt x="2953639" y="1444371"/>
                  </a:cubicBezTo>
                  <a:moveTo>
                    <a:pt x="2969260" y="522859"/>
                  </a:moveTo>
                  <a:cubicBezTo>
                    <a:pt x="2892044" y="530098"/>
                    <a:pt x="2808224" y="569595"/>
                    <a:pt x="2739263" y="638175"/>
                  </a:cubicBezTo>
                  <a:cubicBezTo>
                    <a:pt x="2670302" y="706755"/>
                    <a:pt x="2630297" y="790448"/>
                    <a:pt x="2622677" y="867537"/>
                  </a:cubicBezTo>
                  <a:cubicBezTo>
                    <a:pt x="2699893" y="860298"/>
                    <a:pt x="2783713" y="820801"/>
                    <a:pt x="2852674" y="752221"/>
                  </a:cubicBezTo>
                  <a:cubicBezTo>
                    <a:pt x="2921635" y="683641"/>
                    <a:pt x="2961640" y="600075"/>
                    <a:pt x="2969260" y="522859"/>
                  </a:cubicBezTo>
                  <a:moveTo>
                    <a:pt x="2189226" y="318643"/>
                  </a:moveTo>
                  <a:cubicBezTo>
                    <a:pt x="2214626" y="224790"/>
                    <a:pt x="2207387" y="132461"/>
                    <a:pt x="2175510" y="61722"/>
                  </a:cubicBezTo>
                  <a:cubicBezTo>
                    <a:pt x="2112264" y="106553"/>
                    <a:pt x="2059305" y="182753"/>
                    <a:pt x="2033905" y="276606"/>
                  </a:cubicBezTo>
                  <a:cubicBezTo>
                    <a:pt x="2008505" y="370459"/>
                    <a:pt x="2015744" y="462915"/>
                    <a:pt x="2047748" y="533527"/>
                  </a:cubicBezTo>
                  <a:cubicBezTo>
                    <a:pt x="2110994" y="488696"/>
                    <a:pt x="2163826" y="412496"/>
                    <a:pt x="2189226" y="318643"/>
                  </a:cubicBezTo>
                  <a:moveTo>
                    <a:pt x="1382776" y="531749"/>
                  </a:moveTo>
                  <a:cubicBezTo>
                    <a:pt x="1415161" y="461264"/>
                    <a:pt x="1422781" y="368808"/>
                    <a:pt x="1397889" y="274828"/>
                  </a:cubicBezTo>
                  <a:cubicBezTo>
                    <a:pt x="1372997" y="180848"/>
                    <a:pt x="1320546" y="104394"/>
                    <a:pt x="1257554" y="59182"/>
                  </a:cubicBezTo>
                  <a:cubicBezTo>
                    <a:pt x="1225169" y="129667"/>
                    <a:pt x="1217549" y="222123"/>
                    <a:pt x="1242441" y="316103"/>
                  </a:cubicBezTo>
                  <a:cubicBezTo>
                    <a:pt x="1267333" y="410083"/>
                    <a:pt x="1319784" y="486537"/>
                    <a:pt x="1382903" y="531749"/>
                  </a:cubicBezTo>
                  <a:moveTo>
                    <a:pt x="805942" y="862711"/>
                  </a:moveTo>
                  <a:cubicBezTo>
                    <a:pt x="798703" y="785495"/>
                    <a:pt x="759079" y="701675"/>
                    <a:pt x="690626" y="632714"/>
                  </a:cubicBezTo>
                  <a:cubicBezTo>
                    <a:pt x="622173" y="563753"/>
                    <a:pt x="538480" y="523748"/>
                    <a:pt x="461264" y="516128"/>
                  </a:cubicBezTo>
                  <a:cubicBezTo>
                    <a:pt x="468503" y="593344"/>
                    <a:pt x="508000" y="677291"/>
                    <a:pt x="576580" y="746125"/>
                  </a:cubicBezTo>
                  <a:cubicBezTo>
                    <a:pt x="645160" y="814959"/>
                    <a:pt x="728853" y="855091"/>
                    <a:pt x="806069" y="862711"/>
                  </a:cubicBezTo>
                  <a:moveTo>
                    <a:pt x="214884" y="1451483"/>
                  </a:moveTo>
                  <a:cubicBezTo>
                    <a:pt x="308737" y="1476883"/>
                    <a:pt x="401193" y="1469644"/>
                    <a:pt x="471805" y="1437640"/>
                  </a:cubicBezTo>
                  <a:cubicBezTo>
                    <a:pt x="426974" y="1374394"/>
                    <a:pt x="350774" y="1321562"/>
                    <a:pt x="256921" y="1296162"/>
                  </a:cubicBezTo>
                  <a:cubicBezTo>
                    <a:pt x="163068" y="1270762"/>
                    <a:pt x="70739" y="1278001"/>
                    <a:pt x="0" y="1309878"/>
                  </a:cubicBezTo>
                  <a:cubicBezTo>
                    <a:pt x="44831" y="1373124"/>
                    <a:pt x="121031" y="1426083"/>
                    <a:pt x="214884" y="1451483"/>
                  </a:cubicBezTo>
                  <a:moveTo>
                    <a:pt x="2419858" y="759587"/>
                  </a:moveTo>
                  <a:cubicBezTo>
                    <a:pt x="2527427" y="573151"/>
                    <a:pt x="2588641" y="385064"/>
                    <a:pt x="2598674" y="237617"/>
                  </a:cubicBezTo>
                  <a:cubicBezTo>
                    <a:pt x="2475992" y="319786"/>
                    <a:pt x="2343658" y="466852"/>
                    <a:pt x="2236089" y="653415"/>
                  </a:cubicBezTo>
                  <a:cubicBezTo>
                    <a:pt x="2128520" y="839978"/>
                    <a:pt x="2067179" y="1028192"/>
                    <a:pt x="2057273" y="1175385"/>
                  </a:cubicBezTo>
                  <a:cubicBezTo>
                    <a:pt x="2179828" y="1093089"/>
                    <a:pt x="2312162" y="946023"/>
                    <a:pt x="2419858" y="759587"/>
                  </a:cubicBezTo>
                  <a:moveTo>
                    <a:pt x="1366647" y="1175258"/>
                  </a:moveTo>
                  <a:cubicBezTo>
                    <a:pt x="1356741" y="1027938"/>
                    <a:pt x="1295527" y="839851"/>
                    <a:pt x="1187831" y="653415"/>
                  </a:cubicBezTo>
                  <a:cubicBezTo>
                    <a:pt x="1080135" y="466979"/>
                    <a:pt x="947801" y="319913"/>
                    <a:pt x="825246" y="237617"/>
                  </a:cubicBezTo>
                  <a:cubicBezTo>
                    <a:pt x="835152" y="384937"/>
                    <a:pt x="896366" y="573024"/>
                    <a:pt x="1004062" y="759587"/>
                  </a:cubicBezTo>
                  <a:cubicBezTo>
                    <a:pt x="1111758" y="946150"/>
                    <a:pt x="1244092" y="1093216"/>
                    <a:pt x="1366647" y="1175385"/>
                  </a:cubicBezTo>
                  <a:moveTo>
                    <a:pt x="2019173" y="1596390"/>
                  </a:moveTo>
                  <a:lnTo>
                    <a:pt x="2082673" y="1590040"/>
                  </a:lnTo>
                  <a:cubicBezTo>
                    <a:pt x="2115312" y="1585722"/>
                    <a:pt x="2149094" y="1579753"/>
                    <a:pt x="2184146" y="1571879"/>
                  </a:cubicBezTo>
                  <a:cubicBezTo>
                    <a:pt x="2343531" y="1536446"/>
                    <a:pt x="2523744" y="1465453"/>
                    <a:pt x="2702941" y="1362075"/>
                  </a:cubicBezTo>
                  <a:cubicBezTo>
                    <a:pt x="2947289" y="1220978"/>
                    <a:pt x="3139821" y="1047750"/>
                    <a:pt x="3247898" y="887095"/>
                  </a:cubicBezTo>
                  <a:cubicBezTo>
                    <a:pt x="3054858" y="900049"/>
                    <a:pt x="2808351" y="980186"/>
                    <a:pt x="2563876" y="1121283"/>
                  </a:cubicBezTo>
                  <a:cubicBezTo>
                    <a:pt x="2319274" y="1262380"/>
                    <a:pt x="2126615" y="1435735"/>
                    <a:pt x="2019046" y="1596390"/>
                  </a:cubicBezTo>
                  <a:moveTo>
                    <a:pt x="1712087" y="0"/>
                  </a:moveTo>
                  <a:cubicBezTo>
                    <a:pt x="1567561" y="217551"/>
                    <a:pt x="1476375" y="535051"/>
                    <a:pt x="1476375" y="888365"/>
                  </a:cubicBezTo>
                  <a:cubicBezTo>
                    <a:pt x="1476375" y="1241933"/>
                    <a:pt x="1567561" y="1559560"/>
                    <a:pt x="1711960" y="1776857"/>
                  </a:cubicBezTo>
                  <a:cubicBezTo>
                    <a:pt x="1856359" y="1559433"/>
                    <a:pt x="1947418" y="1241806"/>
                    <a:pt x="1947418" y="888365"/>
                  </a:cubicBezTo>
                  <a:cubicBezTo>
                    <a:pt x="1947418" y="534924"/>
                    <a:pt x="1856486" y="217678"/>
                    <a:pt x="1712087" y="0"/>
                  </a:cubicBezTo>
                  <a:moveTo>
                    <a:pt x="720852" y="1361821"/>
                  </a:moveTo>
                  <a:cubicBezTo>
                    <a:pt x="900557" y="1465580"/>
                    <a:pt x="1081405" y="1536446"/>
                    <a:pt x="1241171" y="1571752"/>
                  </a:cubicBezTo>
                  <a:lnTo>
                    <a:pt x="1342644" y="1589786"/>
                  </a:lnTo>
                  <a:cubicBezTo>
                    <a:pt x="1363980" y="1592580"/>
                    <a:pt x="1384681" y="1594739"/>
                    <a:pt x="1404874" y="1596009"/>
                  </a:cubicBezTo>
                  <a:cubicBezTo>
                    <a:pt x="1297051" y="1435354"/>
                    <a:pt x="1104265" y="1262126"/>
                    <a:pt x="859917" y="1121029"/>
                  </a:cubicBezTo>
                  <a:cubicBezTo>
                    <a:pt x="615569" y="979932"/>
                    <a:pt x="369062" y="899795"/>
                    <a:pt x="176149" y="886714"/>
                  </a:cubicBezTo>
                  <a:cubicBezTo>
                    <a:pt x="283845" y="1047369"/>
                    <a:pt x="476504" y="1220724"/>
                    <a:pt x="720979" y="1361821"/>
                  </a:cubicBezTo>
                </a:path>
              </a:pathLst>
            </a:custGeom>
            <a:solidFill>
              <a:srgbClr val="DBA3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558CE329-0709-86D8-55CE-123DB4E44E42}"/>
                </a:ext>
              </a:extLst>
            </p:cNvPr>
            <p:cNvSpPr/>
            <p:nvPr/>
          </p:nvSpPr>
          <p:spPr>
            <a:xfrm>
              <a:off x="188087" y="2494788"/>
              <a:ext cx="1031875" cy="738251"/>
            </a:xfrm>
            <a:custGeom>
              <a:avLst/>
              <a:gdLst/>
              <a:ahLst/>
              <a:cxnLst/>
              <a:rect l="l" t="t" r="r" b="b"/>
              <a:pathLst>
                <a:path w="1031875" h="738251">
                  <a:moveTo>
                    <a:pt x="1031875" y="257175"/>
                  </a:moveTo>
                  <a:lnTo>
                    <a:pt x="550799" y="738251"/>
                  </a:lnTo>
                  <a:cubicBezTo>
                    <a:pt x="307721" y="546608"/>
                    <a:pt x="116205" y="292481"/>
                    <a:pt x="0" y="0"/>
                  </a:cubicBezTo>
                  <a:lnTo>
                    <a:pt x="805053" y="0"/>
                  </a:lnTo>
                  <a:cubicBezTo>
                    <a:pt x="865251" y="98298"/>
                    <a:pt x="942086" y="185420"/>
                    <a:pt x="1031875" y="257175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3A6532F2-238F-5E66-E3E2-E8878AACF611}"/>
                </a:ext>
              </a:extLst>
            </p:cNvPr>
            <p:cNvSpPr/>
            <p:nvPr/>
          </p:nvSpPr>
          <p:spPr>
            <a:xfrm>
              <a:off x="63500" y="1840230"/>
              <a:ext cx="1390904" cy="959612"/>
            </a:xfrm>
            <a:custGeom>
              <a:avLst/>
              <a:gdLst/>
              <a:ahLst/>
              <a:cxnLst/>
              <a:rect l="l" t="t" r="r" b="b"/>
              <a:pathLst>
                <a:path w="1390904" h="959612">
                  <a:moveTo>
                    <a:pt x="784733" y="139954"/>
                  </a:moveTo>
                  <a:cubicBezTo>
                    <a:pt x="784733" y="117348"/>
                    <a:pt x="803148" y="98933"/>
                    <a:pt x="825754" y="98933"/>
                  </a:cubicBezTo>
                  <a:cubicBezTo>
                    <a:pt x="848360" y="98933"/>
                    <a:pt x="866775" y="117348"/>
                    <a:pt x="866775" y="139954"/>
                  </a:cubicBezTo>
                  <a:cubicBezTo>
                    <a:pt x="866775" y="501650"/>
                    <a:pt x="1079754" y="814578"/>
                    <a:pt x="1387094" y="959612"/>
                  </a:cubicBezTo>
                  <a:lnTo>
                    <a:pt x="1387094" y="349377"/>
                  </a:lnTo>
                  <a:cubicBezTo>
                    <a:pt x="1387094" y="333756"/>
                    <a:pt x="1387348" y="316103"/>
                    <a:pt x="1387729" y="296799"/>
                  </a:cubicBezTo>
                  <a:cubicBezTo>
                    <a:pt x="1389126" y="217043"/>
                    <a:pt x="1390904" y="110490"/>
                    <a:pt x="1373505" y="4953"/>
                  </a:cubicBezTo>
                  <a:lnTo>
                    <a:pt x="1306703" y="0"/>
                  </a:lnTo>
                  <a:lnTo>
                    <a:pt x="0" y="0"/>
                  </a:lnTo>
                  <a:cubicBezTo>
                    <a:pt x="0" y="200279"/>
                    <a:pt x="33147" y="392811"/>
                    <a:pt x="94361" y="572389"/>
                  </a:cubicBezTo>
                  <a:lnTo>
                    <a:pt x="884555" y="572389"/>
                  </a:lnTo>
                  <a:cubicBezTo>
                    <a:pt x="820674" y="441579"/>
                    <a:pt x="784733" y="294894"/>
                    <a:pt x="784733" y="13995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A770D964-1B00-4AF8-D250-A17AE4DE0B57}"/>
                </a:ext>
              </a:extLst>
            </p:cNvPr>
            <p:cNvSpPr/>
            <p:nvPr/>
          </p:nvSpPr>
          <p:spPr>
            <a:xfrm>
              <a:off x="1523111" y="1866011"/>
              <a:ext cx="272161" cy="1019175"/>
            </a:xfrm>
            <a:custGeom>
              <a:avLst/>
              <a:gdLst/>
              <a:ahLst/>
              <a:cxnLst/>
              <a:rect l="l" t="t" r="r" b="b"/>
              <a:pathLst>
                <a:path w="272161" h="1019175">
                  <a:moveTo>
                    <a:pt x="0" y="127"/>
                  </a:moveTo>
                  <a:cubicBezTo>
                    <a:pt x="12954" y="100457"/>
                    <a:pt x="11303" y="197485"/>
                    <a:pt x="10160" y="272415"/>
                  </a:cubicBezTo>
                  <a:lnTo>
                    <a:pt x="9525" y="323596"/>
                  </a:lnTo>
                  <a:lnTo>
                    <a:pt x="9525" y="967613"/>
                  </a:lnTo>
                  <a:cubicBezTo>
                    <a:pt x="92202" y="997331"/>
                    <a:pt x="180340" y="1014984"/>
                    <a:pt x="272161" y="1019175"/>
                  </a:cubicBezTo>
                  <a:lnTo>
                    <a:pt x="272161" y="248031"/>
                  </a:lnTo>
                  <a:cubicBezTo>
                    <a:pt x="219583" y="132334"/>
                    <a:pt x="121158" y="41910"/>
                    <a:pt x="0" y="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58CCB411-AE96-962E-B789-22B2B1A237B4}"/>
                </a:ext>
              </a:extLst>
            </p:cNvPr>
            <p:cNvSpPr/>
            <p:nvPr/>
          </p:nvSpPr>
          <p:spPr>
            <a:xfrm>
              <a:off x="805053" y="2801239"/>
              <a:ext cx="990219" cy="812165"/>
            </a:xfrm>
            <a:custGeom>
              <a:avLst/>
              <a:gdLst/>
              <a:ahLst/>
              <a:cxnLst/>
              <a:rect l="l" t="t" r="r" b="b"/>
              <a:pathLst>
                <a:path w="990219" h="812165">
                  <a:moveTo>
                    <a:pt x="669290" y="98425"/>
                  </a:moveTo>
                  <a:lnTo>
                    <a:pt x="667766" y="97790"/>
                  </a:lnTo>
                  <a:cubicBezTo>
                    <a:pt x="601472" y="71501"/>
                    <a:pt x="539369" y="38735"/>
                    <a:pt x="481584" y="0"/>
                  </a:cubicBezTo>
                  <a:lnTo>
                    <a:pt x="0" y="481711"/>
                  </a:lnTo>
                  <a:cubicBezTo>
                    <a:pt x="280162" y="682625"/>
                    <a:pt x="621284" y="803783"/>
                    <a:pt x="990219" y="812165"/>
                  </a:cubicBezTo>
                  <a:lnTo>
                    <a:pt x="990219" y="165989"/>
                  </a:lnTo>
                  <a:cubicBezTo>
                    <a:pt x="879983" y="161544"/>
                    <a:pt x="774192" y="138938"/>
                    <a:pt x="676021" y="100838"/>
                  </a:cubicBezTo>
                  <a:lnTo>
                    <a:pt x="671449" y="99187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E03E2B0F-B5F9-8879-BD24-0EA0784C341A}"/>
                </a:ext>
              </a:extLst>
            </p:cNvPr>
            <p:cNvSpPr/>
            <p:nvPr/>
          </p:nvSpPr>
          <p:spPr>
            <a:xfrm>
              <a:off x="1877314" y="1865503"/>
              <a:ext cx="274955" cy="1019683"/>
            </a:xfrm>
            <a:custGeom>
              <a:avLst/>
              <a:gdLst/>
              <a:ahLst/>
              <a:cxnLst/>
              <a:rect l="l" t="t" r="r" b="b"/>
              <a:pathLst>
                <a:path w="274955" h="1019683">
                  <a:moveTo>
                    <a:pt x="0" y="251587"/>
                  </a:moveTo>
                  <a:lnTo>
                    <a:pt x="0" y="1019683"/>
                  </a:lnTo>
                  <a:cubicBezTo>
                    <a:pt x="92710" y="1015619"/>
                    <a:pt x="181864" y="997331"/>
                    <a:pt x="265430" y="967105"/>
                  </a:cubicBezTo>
                  <a:lnTo>
                    <a:pt x="265430" y="324104"/>
                  </a:lnTo>
                  <a:cubicBezTo>
                    <a:pt x="265430" y="308864"/>
                    <a:pt x="265049" y="291719"/>
                    <a:pt x="264795" y="272923"/>
                  </a:cubicBezTo>
                  <a:cubicBezTo>
                    <a:pt x="263652" y="197739"/>
                    <a:pt x="262001" y="100457"/>
                    <a:pt x="274955" y="0"/>
                  </a:cubicBezTo>
                  <a:cubicBezTo>
                    <a:pt x="152146" y="42037"/>
                    <a:pt x="52451" y="133985"/>
                    <a:pt x="0" y="25158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B3E74CEE-BCE7-DD5C-D967-A450C93B2DFD}"/>
                </a:ext>
              </a:extLst>
            </p:cNvPr>
            <p:cNvSpPr/>
            <p:nvPr/>
          </p:nvSpPr>
          <p:spPr>
            <a:xfrm>
              <a:off x="1877187" y="2800604"/>
              <a:ext cx="991616" cy="812800"/>
            </a:xfrm>
            <a:custGeom>
              <a:avLst/>
              <a:gdLst/>
              <a:ahLst/>
              <a:cxnLst/>
              <a:rect l="l" t="t" r="r" b="b"/>
              <a:pathLst>
                <a:path w="991616" h="812800">
                  <a:moveTo>
                    <a:pt x="330708" y="95123"/>
                  </a:moveTo>
                  <a:lnTo>
                    <a:pt x="318008" y="100203"/>
                  </a:lnTo>
                  <a:lnTo>
                    <a:pt x="310896" y="102870"/>
                  </a:lnTo>
                  <a:cubicBezTo>
                    <a:pt x="213614" y="140081"/>
                    <a:pt x="109220" y="162433"/>
                    <a:pt x="0" y="166751"/>
                  </a:cubicBezTo>
                  <a:lnTo>
                    <a:pt x="0" y="812800"/>
                  </a:lnTo>
                  <a:cubicBezTo>
                    <a:pt x="369443" y="804799"/>
                    <a:pt x="711073" y="683641"/>
                    <a:pt x="991616" y="482346"/>
                  </a:cubicBezTo>
                  <a:lnTo>
                    <a:pt x="509270" y="0"/>
                  </a:lnTo>
                  <a:cubicBezTo>
                    <a:pt x="453517" y="37592"/>
                    <a:pt x="393700" y="69596"/>
                    <a:pt x="330708" y="9525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110E79D8-3D03-181A-6296-D8B2C8473706}"/>
                </a:ext>
              </a:extLst>
            </p:cNvPr>
            <p:cNvSpPr/>
            <p:nvPr/>
          </p:nvSpPr>
          <p:spPr>
            <a:xfrm>
              <a:off x="2453132" y="2494788"/>
              <a:ext cx="1032637" cy="738251"/>
            </a:xfrm>
            <a:custGeom>
              <a:avLst/>
              <a:gdLst/>
              <a:ahLst/>
              <a:cxnLst/>
              <a:rect l="l" t="t" r="r" b="b"/>
              <a:pathLst>
                <a:path w="1032637" h="738251">
                  <a:moveTo>
                    <a:pt x="127" y="256540"/>
                  </a:moveTo>
                  <a:lnTo>
                    <a:pt x="481838" y="738251"/>
                  </a:lnTo>
                  <a:cubicBezTo>
                    <a:pt x="724916" y="546481"/>
                    <a:pt x="916432" y="292481"/>
                    <a:pt x="1032637" y="0"/>
                  </a:cubicBezTo>
                  <a:lnTo>
                    <a:pt x="226187" y="0"/>
                  </a:lnTo>
                  <a:cubicBezTo>
                    <a:pt x="166116" y="98171"/>
                    <a:pt x="89535" y="185039"/>
                    <a:pt x="0" y="25654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230B7E36-8D08-7B8E-2E73-A811E11C8888}"/>
                </a:ext>
              </a:extLst>
            </p:cNvPr>
            <p:cNvSpPr/>
            <p:nvPr/>
          </p:nvSpPr>
          <p:spPr>
            <a:xfrm>
              <a:off x="2221103" y="1840357"/>
              <a:ext cx="1389507" cy="958342"/>
            </a:xfrm>
            <a:custGeom>
              <a:avLst/>
              <a:gdLst/>
              <a:ahLst/>
              <a:cxnLst/>
              <a:rect l="l" t="t" r="r" b="b"/>
              <a:pathLst>
                <a:path w="1389507" h="958342">
                  <a:moveTo>
                    <a:pt x="82550" y="0"/>
                  </a:moveTo>
                  <a:lnTo>
                    <a:pt x="17399" y="4572"/>
                  </a:lnTo>
                  <a:cubicBezTo>
                    <a:pt x="0" y="110109"/>
                    <a:pt x="1778" y="216916"/>
                    <a:pt x="3175" y="296799"/>
                  </a:cubicBezTo>
                  <a:lnTo>
                    <a:pt x="3810" y="349377"/>
                  </a:lnTo>
                  <a:lnTo>
                    <a:pt x="3810" y="958342"/>
                  </a:lnTo>
                  <a:cubicBezTo>
                    <a:pt x="309626" y="812673"/>
                    <a:pt x="521335" y="500507"/>
                    <a:pt x="521335" y="139954"/>
                  </a:cubicBezTo>
                  <a:cubicBezTo>
                    <a:pt x="521335" y="117348"/>
                    <a:pt x="539750" y="98933"/>
                    <a:pt x="562356" y="98933"/>
                  </a:cubicBezTo>
                  <a:cubicBezTo>
                    <a:pt x="584962" y="98933"/>
                    <a:pt x="603377" y="117348"/>
                    <a:pt x="603377" y="139954"/>
                  </a:cubicBezTo>
                  <a:cubicBezTo>
                    <a:pt x="603377" y="294894"/>
                    <a:pt x="567436" y="441706"/>
                    <a:pt x="503809" y="572389"/>
                  </a:cubicBezTo>
                  <a:lnTo>
                    <a:pt x="1295146" y="572389"/>
                  </a:lnTo>
                  <a:cubicBezTo>
                    <a:pt x="1356360" y="392811"/>
                    <a:pt x="1389507" y="200279"/>
                    <a:pt x="13895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63FCC-4112-4152-3FFD-D1F4C8DD6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10669" y="957688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1600" smtClean="0">
                <a:solidFill>
                  <a:schemeClr val="bg1"/>
                </a:solidFill>
              </a:rPr>
              <a:pPr/>
              <a:t>14</a:t>
            </a:fld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171FECF5-5A09-CC6C-F9D7-015E6353A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234" y="1457553"/>
            <a:ext cx="13790550" cy="6691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Integration with IoT for remote monitoring and real-time data logging through mobile or web applications.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Implementation of machine learning algorithms for predictive maintenance and more accurate fault detection.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Expansion of the system to support multiple machines with centralized monitoring in industrial environments.</a:t>
            </a:r>
          </a:p>
          <a:p>
            <a:pPr algn="just">
              <a:lnSpc>
                <a:spcPct val="200000"/>
              </a:lnSpc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/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651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19E14-D9AA-BB02-79D8-B8E39B004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4687F80-243B-D4FF-1C0C-75E144A0A5A6}"/>
              </a:ext>
            </a:extLst>
          </p:cNvPr>
          <p:cNvSpPr/>
          <p:nvPr/>
        </p:nvSpPr>
        <p:spPr>
          <a:xfrm>
            <a:off x="0" y="-1524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775EC70-9677-07AD-DE80-F2626A37FC8B}"/>
              </a:ext>
            </a:extLst>
          </p:cNvPr>
          <p:cNvSpPr txBox="1"/>
          <p:nvPr/>
        </p:nvSpPr>
        <p:spPr>
          <a:xfrm>
            <a:off x="1028720" y="952500"/>
            <a:ext cx="3255770" cy="589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 dirty="0">
                <a:solidFill>
                  <a:srgbClr val="000000"/>
                </a:solidFill>
                <a:latin typeface="Lato Bold"/>
              </a:rPr>
              <a:t> 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42FE44D-42CA-C4FC-1F5A-C3C89631C078}"/>
              </a:ext>
            </a:extLst>
          </p:cNvPr>
          <p:cNvSpPr txBox="1"/>
          <p:nvPr/>
        </p:nvSpPr>
        <p:spPr>
          <a:xfrm>
            <a:off x="803281" y="522327"/>
            <a:ext cx="7115148" cy="7496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1B277B"/>
                </a:solidFill>
                <a:latin typeface="Stencil" panose="040409050D0802020404" pitchFamily="82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9603BD0-C348-4157-7D69-2E4561522D8C}"/>
              </a:ext>
            </a:extLst>
          </p:cNvPr>
          <p:cNvSpPr/>
          <p:nvPr/>
        </p:nvSpPr>
        <p:spPr>
          <a:xfrm flipH="1">
            <a:off x="1028720" y="2186817"/>
            <a:ext cx="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A46A6DD1-DF86-1AC4-3002-83F2A9E766EA}"/>
              </a:ext>
            </a:extLst>
          </p:cNvPr>
          <p:cNvGrpSpPr/>
          <p:nvPr/>
        </p:nvGrpSpPr>
        <p:grpSpPr>
          <a:xfrm>
            <a:off x="15200559" y="-161694"/>
            <a:ext cx="3086100" cy="10287000"/>
            <a:chOff x="0" y="0"/>
            <a:chExt cx="812800" cy="2709333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403FA38-06D5-24CF-8562-FA553B497EE9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FB04436D-0DB8-4A15-99CD-70026A2C23C5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5677102B-A086-C3C9-D686-495EECC4F5A8}"/>
              </a:ext>
            </a:extLst>
          </p:cNvPr>
          <p:cNvSpPr/>
          <p:nvPr/>
        </p:nvSpPr>
        <p:spPr>
          <a:xfrm>
            <a:off x="12689252" y="8937335"/>
            <a:ext cx="2087283" cy="521821"/>
          </a:xfrm>
          <a:custGeom>
            <a:avLst/>
            <a:gdLst/>
            <a:ahLst/>
            <a:cxnLst/>
            <a:rect l="l" t="t" r="r" b="b"/>
            <a:pathLst>
              <a:path w="2087283" h="521821">
                <a:moveTo>
                  <a:pt x="0" y="0"/>
                </a:moveTo>
                <a:lnTo>
                  <a:pt x="2087282" y="0"/>
                </a:lnTo>
                <a:lnTo>
                  <a:pt x="2087282" y="521821"/>
                </a:lnTo>
                <a:lnTo>
                  <a:pt x="0" y="521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AE85D1-2FC5-6020-7341-39E4C514058D}"/>
              </a:ext>
            </a:extLst>
          </p:cNvPr>
          <p:cNvSpPr txBox="1"/>
          <p:nvPr/>
        </p:nvSpPr>
        <p:spPr>
          <a:xfrm>
            <a:off x="428564" y="2857484"/>
            <a:ext cx="6143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AutoShape 2" descr="Hana's Tips &amp; Tricks - References">
            <a:extLst>
              <a:ext uri="{FF2B5EF4-FFF2-40B4-BE49-F238E27FC236}">
                <a16:creationId xmlns:a16="http://schemas.microsoft.com/office/drawing/2014/main" id="{4389EDAF-95FF-6A4B-CEE6-67FF3C6846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96070F5-F112-AD44-82CE-A1142A6DE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1672" y="9459156"/>
            <a:ext cx="4364632" cy="600575"/>
          </a:xfrm>
        </p:spPr>
        <p:txBody>
          <a:bodyPr/>
          <a:lstStyle/>
          <a:p>
            <a:r>
              <a:rPr lang="en-US" dirty="0"/>
              <a:t>Department Of Electronics And Communication Engineering</a:t>
            </a:r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7E2B4A64-237F-9794-5F31-EFCF1469EC94}"/>
              </a:ext>
            </a:extLst>
          </p:cNvPr>
          <p:cNvSpPr/>
          <p:nvPr/>
        </p:nvSpPr>
        <p:spPr>
          <a:xfrm>
            <a:off x="717406" y="1355745"/>
            <a:ext cx="3528392" cy="1"/>
          </a:xfrm>
          <a:prstGeom prst="line">
            <a:avLst/>
          </a:prstGeom>
          <a:ln w="38100" cap="flat">
            <a:solidFill>
              <a:srgbClr val="1E0B9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>
              <a:ln>
                <a:solidFill>
                  <a:srgbClr val="1E0B93"/>
                </a:solidFill>
              </a:ln>
            </a:endParaRPr>
          </a:p>
        </p:txBody>
      </p:sp>
      <p:grpSp>
        <p:nvGrpSpPr>
          <p:cNvPr id="10" name="Group 11">
            <a:extLst>
              <a:ext uri="{FF2B5EF4-FFF2-40B4-BE49-F238E27FC236}">
                <a16:creationId xmlns:a16="http://schemas.microsoft.com/office/drawing/2014/main" id="{A763BB3D-3BEB-6F8F-9710-C8545D85F7E8}"/>
              </a:ext>
            </a:extLst>
          </p:cNvPr>
          <p:cNvGrpSpPr>
            <a:grpSpLocks noChangeAspect="1"/>
          </p:cNvGrpSpPr>
          <p:nvPr/>
        </p:nvGrpSpPr>
        <p:grpSpPr>
          <a:xfrm>
            <a:off x="15981387" y="446119"/>
            <a:ext cx="1491797" cy="1492952"/>
            <a:chOff x="0" y="0"/>
            <a:chExt cx="3673970" cy="3676815"/>
          </a:xfrm>
        </p:grpSpPr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13C91C31-6F59-D892-D24F-2E9875FD859F}"/>
                </a:ext>
              </a:extLst>
            </p:cNvPr>
            <p:cNvSpPr/>
            <p:nvPr/>
          </p:nvSpPr>
          <p:spPr>
            <a:xfrm>
              <a:off x="123825" y="63500"/>
              <a:ext cx="3426206" cy="1776857"/>
            </a:xfrm>
            <a:custGeom>
              <a:avLst/>
              <a:gdLst/>
              <a:ahLst/>
              <a:cxnLst/>
              <a:rect l="l" t="t" r="r" b="b"/>
              <a:pathLst>
                <a:path w="3426206" h="1776857">
                  <a:moveTo>
                    <a:pt x="2953766" y="1444371"/>
                  </a:moveTo>
                  <a:cubicBezTo>
                    <a:pt x="3024251" y="1476756"/>
                    <a:pt x="3116707" y="1484376"/>
                    <a:pt x="3210560" y="1459484"/>
                  </a:cubicBezTo>
                  <a:cubicBezTo>
                    <a:pt x="3304413" y="1434592"/>
                    <a:pt x="3380994" y="1382141"/>
                    <a:pt x="3426206" y="1319149"/>
                  </a:cubicBezTo>
                  <a:cubicBezTo>
                    <a:pt x="3355721" y="1286764"/>
                    <a:pt x="3263265" y="1279144"/>
                    <a:pt x="3169285" y="1304036"/>
                  </a:cubicBezTo>
                  <a:cubicBezTo>
                    <a:pt x="3075305" y="1328928"/>
                    <a:pt x="2998724" y="1381379"/>
                    <a:pt x="2953639" y="1444371"/>
                  </a:cubicBezTo>
                  <a:moveTo>
                    <a:pt x="2969260" y="522859"/>
                  </a:moveTo>
                  <a:cubicBezTo>
                    <a:pt x="2892044" y="530098"/>
                    <a:pt x="2808224" y="569595"/>
                    <a:pt x="2739263" y="638175"/>
                  </a:cubicBezTo>
                  <a:cubicBezTo>
                    <a:pt x="2670302" y="706755"/>
                    <a:pt x="2630297" y="790448"/>
                    <a:pt x="2622677" y="867537"/>
                  </a:cubicBezTo>
                  <a:cubicBezTo>
                    <a:pt x="2699893" y="860298"/>
                    <a:pt x="2783713" y="820801"/>
                    <a:pt x="2852674" y="752221"/>
                  </a:cubicBezTo>
                  <a:cubicBezTo>
                    <a:pt x="2921635" y="683641"/>
                    <a:pt x="2961640" y="600075"/>
                    <a:pt x="2969260" y="522859"/>
                  </a:cubicBezTo>
                  <a:moveTo>
                    <a:pt x="2189226" y="318643"/>
                  </a:moveTo>
                  <a:cubicBezTo>
                    <a:pt x="2214626" y="224790"/>
                    <a:pt x="2207387" y="132461"/>
                    <a:pt x="2175510" y="61722"/>
                  </a:cubicBezTo>
                  <a:cubicBezTo>
                    <a:pt x="2112264" y="106553"/>
                    <a:pt x="2059305" y="182753"/>
                    <a:pt x="2033905" y="276606"/>
                  </a:cubicBezTo>
                  <a:cubicBezTo>
                    <a:pt x="2008505" y="370459"/>
                    <a:pt x="2015744" y="462915"/>
                    <a:pt x="2047748" y="533527"/>
                  </a:cubicBezTo>
                  <a:cubicBezTo>
                    <a:pt x="2110994" y="488696"/>
                    <a:pt x="2163826" y="412496"/>
                    <a:pt x="2189226" y="318643"/>
                  </a:cubicBezTo>
                  <a:moveTo>
                    <a:pt x="1382776" y="531749"/>
                  </a:moveTo>
                  <a:cubicBezTo>
                    <a:pt x="1415161" y="461264"/>
                    <a:pt x="1422781" y="368808"/>
                    <a:pt x="1397889" y="274828"/>
                  </a:cubicBezTo>
                  <a:cubicBezTo>
                    <a:pt x="1372997" y="180848"/>
                    <a:pt x="1320546" y="104394"/>
                    <a:pt x="1257554" y="59182"/>
                  </a:cubicBezTo>
                  <a:cubicBezTo>
                    <a:pt x="1225169" y="129667"/>
                    <a:pt x="1217549" y="222123"/>
                    <a:pt x="1242441" y="316103"/>
                  </a:cubicBezTo>
                  <a:cubicBezTo>
                    <a:pt x="1267333" y="410083"/>
                    <a:pt x="1319784" y="486537"/>
                    <a:pt x="1382903" y="531749"/>
                  </a:cubicBezTo>
                  <a:moveTo>
                    <a:pt x="805942" y="862711"/>
                  </a:moveTo>
                  <a:cubicBezTo>
                    <a:pt x="798703" y="785495"/>
                    <a:pt x="759079" y="701675"/>
                    <a:pt x="690626" y="632714"/>
                  </a:cubicBezTo>
                  <a:cubicBezTo>
                    <a:pt x="622173" y="563753"/>
                    <a:pt x="538480" y="523748"/>
                    <a:pt x="461264" y="516128"/>
                  </a:cubicBezTo>
                  <a:cubicBezTo>
                    <a:pt x="468503" y="593344"/>
                    <a:pt x="508000" y="677291"/>
                    <a:pt x="576580" y="746125"/>
                  </a:cubicBezTo>
                  <a:cubicBezTo>
                    <a:pt x="645160" y="814959"/>
                    <a:pt x="728853" y="855091"/>
                    <a:pt x="806069" y="862711"/>
                  </a:cubicBezTo>
                  <a:moveTo>
                    <a:pt x="214884" y="1451483"/>
                  </a:moveTo>
                  <a:cubicBezTo>
                    <a:pt x="308737" y="1476883"/>
                    <a:pt x="401193" y="1469644"/>
                    <a:pt x="471805" y="1437640"/>
                  </a:cubicBezTo>
                  <a:cubicBezTo>
                    <a:pt x="426974" y="1374394"/>
                    <a:pt x="350774" y="1321562"/>
                    <a:pt x="256921" y="1296162"/>
                  </a:cubicBezTo>
                  <a:cubicBezTo>
                    <a:pt x="163068" y="1270762"/>
                    <a:pt x="70739" y="1278001"/>
                    <a:pt x="0" y="1309878"/>
                  </a:cubicBezTo>
                  <a:cubicBezTo>
                    <a:pt x="44831" y="1373124"/>
                    <a:pt x="121031" y="1426083"/>
                    <a:pt x="214884" y="1451483"/>
                  </a:cubicBezTo>
                  <a:moveTo>
                    <a:pt x="2419858" y="759587"/>
                  </a:moveTo>
                  <a:cubicBezTo>
                    <a:pt x="2527427" y="573151"/>
                    <a:pt x="2588641" y="385064"/>
                    <a:pt x="2598674" y="237617"/>
                  </a:cubicBezTo>
                  <a:cubicBezTo>
                    <a:pt x="2475992" y="319786"/>
                    <a:pt x="2343658" y="466852"/>
                    <a:pt x="2236089" y="653415"/>
                  </a:cubicBezTo>
                  <a:cubicBezTo>
                    <a:pt x="2128520" y="839978"/>
                    <a:pt x="2067179" y="1028192"/>
                    <a:pt x="2057273" y="1175385"/>
                  </a:cubicBezTo>
                  <a:cubicBezTo>
                    <a:pt x="2179828" y="1093089"/>
                    <a:pt x="2312162" y="946023"/>
                    <a:pt x="2419858" y="759587"/>
                  </a:cubicBezTo>
                  <a:moveTo>
                    <a:pt x="1366647" y="1175258"/>
                  </a:moveTo>
                  <a:cubicBezTo>
                    <a:pt x="1356741" y="1027938"/>
                    <a:pt x="1295527" y="839851"/>
                    <a:pt x="1187831" y="653415"/>
                  </a:cubicBezTo>
                  <a:cubicBezTo>
                    <a:pt x="1080135" y="466979"/>
                    <a:pt x="947801" y="319913"/>
                    <a:pt x="825246" y="237617"/>
                  </a:cubicBezTo>
                  <a:cubicBezTo>
                    <a:pt x="835152" y="384937"/>
                    <a:pt x="896366" y="573024"/>
                    <a:pt x="1004062" y="759587"/>
                  </a:cubicBezTo>
                  <a:cubicBezTo>
                    <a:pt x="1111758" y="946150"/>
                    <a:pt x="1244092" y="1093216"/>
                    <a:pt x="1366647" y="1175385"/>
                  </a:cubicBezTo>
                  <a:moveTo>
                    <a:pt x="2019173" y="1596390"/>
                  </a:moveTo>
                  <a:lnTo>
                    <a:pt x="2082673" y="1590040"/>
                  </a:lnTo>
                  <a:cubicBezTo>
                    <a:pt x="2115312" y="1585722"/>
                    <a:pt x="2149094" y="1579753"/>
                    <a:pt x="2184146" y="1571879"/>
                  </a:cubicBezTo>
                  <a:cubicBezTo>
                    <a:pt x="2343531" y="1536446"/>
                    <a:pt x="2523744" y="1465453"/>
                    <a:pt x="2702941" y="1362075"/>
                  </a:cubicBezTo>
                  <a:cubicBezTo>
                    <a:pt x="2947289" y="1220978"/>
                    <a:pt x="3139821" y="1047750"/>
                    <a:pt x="3247898" y="887095"/>
                  </a:cubicBezTo>
                  <a:cubicBezTo>
                    <a:pt x="3054858" y="900049"/>
                    <a:pt x="2808351" y="980186"/>
                    <a:pt x="2563876" y="1121283"/>
                  </a:cubicBezTo>
                  <a:cubicBezTo>
                    <a:pt x="2319274" y="1262380"/>
                    <a:pt x="2126615" y="1435735"/>
                    <a:pt x="2019046" y="1596390"/>
                  </a:cubicBezTo>
                  <a:moveTo>
                    <a:pt x="1712087" y="0"/>
                  </a:moveTo>
                  <a:cubicBezTo>
                    <a:pt x="1567561" y="217551"/>
                    <a:pt x="1476375" y="535051"/>
                    <a:pt x="1476375" y="888365"/>
                  </a:cubicBezTo>
                  <a:cubicBezTo>
                    <a:pt x="1476375" y="1241933"/>
                    <a:pt x="1567561" y="1559560"/>
                    <a:pt x="1711960" y="1776857"/>
                  </a:cubicBezTo>
                  <a:cubicBezTo>
                    <a:pt x="1856359" y="1559433"/>
                    <a:pt x="1947418" y="1241806"/>
                    <a:pt x="1947418" y="888365"/>
                  </a:cubicBezTo>
                  <a:cubicBezTo>
                    <a:pt x="1947418" y="534924"/>
                    <a:pt x="1856486" y="217678"/>
                    <a:pt x="1712087" y="0"/>
                  </a:cubicBezTo>
                  <a:moveTo>
                    <a:pt x="720852" y="1361821"/>
                  </a:moveTo>
                  <a:cubicBezTo>
                    <a:pt x="900557" y="1465580"/>
                    <a:pt x="1081405" y="1536446"/>
                    <a:pt x="1241171" y="1571752"/>
                  </a:cubicBezTo>
                  <a:lnTo>
                    <a:pt x="1342644" y="1589786"/>
                  </a:lnTo>
                  <a:cubicBezTo>
                    <a:pt x="1363980" y="1592580"/>
                    <a:pt x="1384681" y="1594739"/>
                    <a:pt x="1404874" y="1596009"/>
                  </a:cubicBezTo>
                  <a:cubicBezTo>
                    <a:pt x="1297051" y="1435354"/>
                    <a:pt x="1104265" y="1262126"/>
                    <a:pt x="859917" y="1121029"/>
                  </a:cubicBezTo>
                  <a:cubicBezTo>
                    <a:pt x="615569" y="979932"/>
                    <a:pt x="369062" y="899795"/>
                    <a:pt x="176149" y="886714"/>
                  </a:cubicBezTo>
                  <a:cubicBezTo>
                    <a:pt x="283845" y="1047369"/>
                    <a:pt x="476504" y="1220724"/>
                    <a:pt x="720979" y="1361821"/>
                  </a:cubicBezTo>
                </a:path>
              </a:pathLst>
            </a:custGeom>
            <a:solidFill>
              <a:srgbClr val="DBA3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F3CD9192-AD91-AB22-8249-E183F96FFEE5}"/>
                </a:ext>
              </a:extLst>
            </p:cNvPr>
            <p:cNvSpPr/>
            <p:nvPr/>
          </p:nvSpPr>
          <p:spPr>
            <a:xfrm>
              <a:off x="188087" y="2494788"/>
              <a:ext cx="1031875" cy="738251"/>
            </a:xfrm>
            <a:custGeom>
              <a:avLst/>
              <a:gdLst/>
              <a:ahLst/>
              <a:cxnLst/>
              <a:rect l="l" t="t" r="r" b="b"/>
              <a:pathLst>
                <a:path w="1031875" h="738251">
                  <a:moveTo>
                    <a:pt x="1031875" y="257175"/>
                  </a:moveTo>
                  <a:lnTo>
                    <a:pt x="550799" y="738251"/>
                  </a:lnTo>
                  <a:cubicBezTo>
                    <a:pt x="307721" y="546608"/>
                    <a:pt x="116205" y="292481"/>
                    <a:pt x="0" y="0"/>
                  </a:cubicBezTo>
                  <a:lnTo>
                    <a:pt x="805053" y="0"/>
                  </a:lnTo>
                  <a:cubicBezTo>
                    <a:pt x="865251" y="98298"/>
                    <a:pt x="942086" y="185420"/>
                    <a:pt x="1031875" y="257175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C1490C8C-AC28-2DF1-D535-C9CBEB7C6E9F}"/>
                </a:ext>
              </a:extLst>
            </p:cNvPr>
            <p:cNvSpPr/>
            <p:nvPr/>
          </p:nvSpPr>
          <p:spPr>
            <a:xfrm>
              <a:off x="63500" y="1840230"/>
              <a:ext cx="1390904" cy="959612"/>
            </a:xfrm>
            <a:custGeom>
              <a:avLst/>
              <a:gdLst/>
              <a:ahLst/>
              <a:cxnLst/>
              <a:rect l="l" t="t" r="r" b="b"/>
              <a:pathLst>
                <a:path w="1390904" h="959612">
                  <a:moveTo>
                    <a:pt x="784733" y="139954"/>
                  </a:moveTo>
                  <a:cubicBezTo>
                    <a:pt x="784733" y="117348"/>
                    <a:pt x="803148" y="98933"/>
                    <a:pt x="825754" y="98933"/>
                  </a:cubicBezTo>
                  <a:cubicBezTo>
                    <a:pt x="848360" y="98933"/>
                    <a:pt x="866775" y="117348"/>
                    <a:pt x="866775" y="139954"/>
                  </a:cubicBezTo>
                  <a:cubicBezTo>
                    <a:pt x="866775" y="501650"/>
                    <a:pt x="1079754" y="814578"/>
                    <a:pt x="1387094" y="959612"/>
                  </a:cubicBezTo>
                  <a:lnTo>
                    <a:pt x="1387094" y="349377"/>
                  </a:lnTo>
                  <a:cubicBezTo>
                    <a:pt x="1387094" y="333756"/>
                    <a:pt x="1387348" y="316103"/>
                    <a:pt x="1387729" y="296799"/>
                  </a:cubicBezTo>
                  <a:cubicBezTo>
                    <a:pt x="1389126" y="217043"/>
                    <a:pt x="1390904" y="110490"/>
                    <a:pt x="1373505" y="4953"/>
                  </a:cubicBezTo>
                  <a:lnTo>
                    <a:pt x="1306703" y="0"/>
                  </a:lnTo>
                  <a:lnTo>
                    <a:pt x="0" y="0"/>
                  </a:lnTo>
                  <a:cubicBezTo>
                    <a:pt x="0" y="200279"/>
                    <a:pt x="33147" y="392811"/>
                    <a:pt x="94361" y="572389"/>
                  </a:cubicBezTo>
                  <a:lnTo>
                    <a:pt x="884555" y="572389"/>
                  </a:lnTo>
                  <a:cubicBezTo>
                    <a:pt x="820674" y="441579"/>
                    <a:pt x="784733" y="294894"/>
                    <a:pt x="784733" y="13995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E97A6CE3-EE30-1829-1A92-312B6BB0C9AE}"/>
                </a:ext>
              </a:extLst>
            </p:cNvPr>
            <p:cNvSpPr/>
            <p:nvPr/>
          </p:nvSpPr>
          <p:spPr>
            <a:xfrm>
              <a:off x="1523111" y="1866011"/>
              <a:ext cx="272161" cy="1019175"/>
            </a:xfrm>
            <a:custGeom>
              <a:avLst/>
              <a:gdLst/>
              <a:ahLst/>
              <a:cxnLst/>
              <a:rect l="l" t="t" r="r" b="b"/>
              <a:pathLst>
                <a:path w="272161" h="1019175">
                  <a:moveTo>
                    <a:pt x="0" y="127"/>
                  </a:moveTo>
                  <a:cubicBezTo>
                    <a:pt x="12954" y="100457"/>
                    <a:pt x="11303" y="197485"/>
                    <a:pt x="10160" y="272415"/>
                  </a:cubicBezTo>
                  <a:lnTo>
                    <a:pt x="9525" y="323596"/>
                  </a:lnTo>
                  <a:lnTo>
                    <a:pt x="9525" y="967613"/>
                  </a:lnTo>
                  <a:cubicBezTo>
                    <a:pt x="92202" y="997331"/>
                    <a:pt x="180340" y="1014984"/>
                    <a:pt x="272161" y="1019175"/>
                  </a:cubicBezTo>
                  <a:lnTo>
                    <a:pt x="272161" y="248031"/>
                  </a:lnTo>
                  <a:cubicBezTo>
                    <a:pt x="219583" y="132334"/>
                    <a:pt x="121158" y="41910"/>
                    <a:pt x="0" y="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BD1F73F5-C66F-3A53-5DBA-0A8C45347F5B}"/>
                </a:ext>
              </a:extLst>
            </p:cNvPr>
            <p:cNvSpPr/>
            <p:nvPr/>
          </p:nvSpPr>
          <p:spPr>
            <a:xfrm>
              <a:off x="805053" y="2801239"/>
              <a:ext cx="990219" cy="812165"/>
            </a:xfrm>
            <a:custGeom>
              <a:avLst/>
              <a:gdLst/>
              <a:ahLst/>
              <a:cxnLst/>
              <a:rect l="l" t="t" r="r" b="b"/>
              <a:pathLst>
                <a:path w="990219" h="812165">
                  <a:moveTo>
                    <a:pt x="669290" y="98425"/>
                  </a:moveTo>
                  <a:lnTo>
                    <a:pt x="667766" y="97790"/>
                  </a:lnTo>
                  <a:cubicBezTo>
                    <a:pt x="601472" y="71501"/>
                    <a:pt x="539369" y="38735"/>
                    <a:pt x="481584" y="0"/>
                  </a:cubicBezTo>
                  <a:lnTo>
                    <a:pt x="0" y="481711"/>
                  </a:lnTo>
                  <a:cubicBezTo>
                    <a:pt x="280162" y="682625"/>
                    <a:pt x="621284" y="803783"/>
                    <a:pt x="990219" y="812165"/>
                  </a:cubicBezTo>
                  <a:lnTo>
                    <a:pt x="990219" y="165989"/>
                  </a:lnTo>
                  <a:cubicBezTo>
                    <a:pt x="879983" y="161544"/>
                    <a:pt x="774192" y="138938"/>
                    <a:pt x="676021" y="100838"/>
                  </a:cubicBezTo>
                  <a:lnTo>
                    <a:pt x="671449" y="99187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7F6128A1-ACBF-4514-8EAD-AB840EFECE72}"/>
                </a:ext>
              </a:extLst>
            </p:cNvPr>
            <p:cNvSpPr/>
            <p:nvPr/>
          </p:nvSpPr>
          <p:spPr>
            <a:xfrm>
              <a:off x="1877314" y="1865503"/>
              <a:ext cx="274955" cy="1019683"/>
            </a:xfrm>
            <a:custGeom>
              <a:avLst/>
              <a:gdLst/>
              <a:ahLst/>
              <a:cxnLst/>
              <a:rect l="l" t="t" r="r" b="b"/>
              <a:pathLst>
                <a:path w="274955" h="1019683">
                  <a:moveTo>
                    <a:pt x="0" y="251587"/>
                  </a:moveTo>
                  <a:lnTo>
                    <a:pt x="0" y="1019683"/>
                  </a:lnTo>
                  <a:cubicBezTo>
                    <a:pt x="92710" y="1015619"/>
                    <a:pt x="181864" y="997331"/>
                    <a:pt x="265430" y="967105"/>
                  </a:cubicBezTo>
                  <a:lnTo>
                    <a:pt x="265430" y="324104"/>
                  </a:lnTo>
                  <a:cubicBezTo>
                    <a:pt x="265430" y="308864"/>
                    <a:pt x="265049" y="291719"/>
                    <a:pt x="264795" y="272923"/>
                  </a:cubicBezTo>
                  <a:cubicBezTo>
                    <a:pt x="263652" y="197739"/>
                    <a:pt x="262001" y="100457"/>
                    <a:pt x="274955" y="0"/>
                  </a:cubicBezTo>
                  <a:cubicBezTo>
                    <a:pt x="152146" y="42037"/>
                    <a:pt x="52451" y="133985"/>
                    <a:pt x="0" y="25158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0E88D7C2-C03B-EE08-AE40-B9150D60B4FF}"/>
                </a:ext>
              </a:extLst>
            </p:cNvPr>
            <p:cNvSpPr/>
            <p:nvPr/>
          </p:nvSpPr>
          <p:spPr>
            <a:xfrm>
              <a:off x="1877187" y="2800604"/>
              <a:ext cx="991616" cy="812800"/>
            </a:xfrm>
            <a:custGeom>
              <a:avLst/>
              <a:gdLst/>
              <a:ahLst/>
              <a:cxnLst/>
              <a:rect l="l" t="t" r="r" b="b"/>
              <a:pathLst>
                <a:path w="991616" h="812800">
                  <a:moveTo>
                    <a:pt x="330708" y="95123"/>
                  </a:moveTo>
                  <a:lnTo>
                    <a:pt x="318008" y="100203"/>
                  </a:lnTo>
                  <a:lnTo>
                    <a:pt x="310896" y="102870"/>
                  </a:lnTo>
                  <a:cubicBezTo>
                    <a:pt x="213614" y="140081"/>
                    <a:pt x="109220" y="162433"/>
                    <a:pt x="0" y="166751"/>
                  </a:cubicBezTo>
                  <a:lnTo>
                    <a:pt x="0" y="812800"/>
                  </a:lnTo>
                  <a:cubicBezTo>
                    <a:pt x="369443" y="804799"/>
                    <a:pt x="711073" y="683641"/>
                    <a:pt x="991616" y="482346"/>
                  </a:cubicBezTo>
                  <a:lnTo>
                    <a:pt x="509270" y="0"/>
                  </a:lnTo>
                  <a:cubicBezTo>
                    <a:pt x="453517" y="37592"/>
                    <a:pt x="393700" y="69596"/>
                    <a:pt x="330708" y="9525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0ADB201E-2F6F-DF2D-0682-CC56AAD4FBCD}"/>
                </a:ext>
              </a:extLst>
            </p:cNvPr>
            <p:cNvSpPr/>
            <p:nvPr/>
          </p:nvSpPr>
          <p:spPr>
            <a:xfrm>
              <a:off x="2453132" y="2494788"/>
              <a:ext cx="1032637" cy="738251"/>
            </a:xfrm>
            <a:custGeom>
              <a:avLst/>
              <a:gdLst/>
              <a:ahLst/>
              <a:cxnLst/>
              <a:rect l="l" t="t" r="r" b="b"/>
              <a:pathLst>
                <a:path w="1032637" h="738251">
                  <a:moveTo>
                    <a:pt x="127" y="256540"/>
                  </a:moveTo>
                  <a:lnTo>
                    <a:pt x="481838" y="738251"/>
                  </a:lnTo>
                  <a:cubicBezTo>
                    <a:pt x="724916" y="546481"/>
                    <a:pt x="916432" y="292481"/>
                    <a:pt x="1032637" y="0"/>
                  </a:cubicBezTo>
                  <a:lnTo>
                    <a:pt x="226187" y="0"/>
                  </a:lnTo>
                  <a:cubicBezTo>
                    <a:pt x="166116" y="98171"/>
                    <a:pt x="89535" y="185039"/>
                    <a:pt x="0" y="25654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A7031164-694C-3009-36CE-D04F264AE41C}"/>
                </a:ext>
              </a:extLst>
            </p:cNvPr>
            <p:cNvSpPr/>
            <p:nvPr/>
          </p:nvSpPr>
          <p:spPr>
            <a:xfrm>
              <a:off x="2221103" y="1840357"/>
              <a:ext cx="1389507" cy="958342"/>
            </a:xfrm>
            <a:custGeom>
              <a:avLst/>
              <a:gdLst/>
              <a:ahLst/>
              <a:cxnLst/>
              <a:rect l="l" t="t" r="r" b="b"/>
              <a:pathLst>
                <a:path w="1389507" h="958342">
                  <a:moveTo>
                    <a:pt x="82550" y="0"/>
                  </a:moveTo>
                  <a:lnTo>
                    <a:pt x="17399" y="4572"/>
                  </a:lnTo>
                  <a:cubicBezTo>
                    <a:pt x="0" y="110109"/>
                    <a:pt x="1778" y="216916"/>
                    <a:pt x="3175" y="296799"/>
                  </a:cubicBezTo>
                  <a:lnTo>
                    <a:pt x="3810" y="349377"/>
                  </a:lnTo>
                  <a:lnTo>
                    <a:pt x="3810" y="958342"/>
                  </a:lnTo>
                  <a:cubicBezTo>
                    <a:pt x="309626" y="812673"/>
                    <a:pt x="521335" y="500507"/>
                    <a:pt x="521335" y="139954"/>
                  </a:cubicBezTo>
                  <a:cubicBezTo>
                    <a:pt x="521335" y="117348"/>
                    <a:pt x="539750" y="98933"/>
                    <a:pt x="562356" y="98933"/>
                  </a:cubicBezTo>
                  <a:cubicBezTo>
                    <a:pt x="584962" y="98933"/>
                    <a:pt x="603377" y="117348"/>
                    <a:pt x="603377" y="139954"/>
                  </a:cubicBezTo>
                  <a:cubicBezTo>
                    <a:pt x="603377" y="294894"/>
                    <a:pt x="567436" y="441706"/>
                    <a:pt x="503809" y="572389"/>
                  </a:cubicBezTo>
                  <a:lnTo>
                    <a:pt x="1295146" y="572389"/>
                  </a:lnTo>
                  <a:cubicBezTo>
                    <a:pt x="1356360" y="392811"/>
                    <a:pt x="1389507" y="200279"/>
                    <a:pt x="13895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C71BA-E2FF-C5AE-9766-5F8C9CC3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10669" y="957688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1600" smtClean="0">
                <a:solidFill>
                  <a:schemeClr val="bg1"/>
                </a:solidFill>
              </a:rPr>
              <a:pPr/>
              <a:t>15</a:t>
            </a:fld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80BE0323-F0D8-45EF-B0EA-4AFC9F165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234" y="1672998"/>
            <a:ext cx="13790550" cy="6260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 Developed a low-cost, non-intrusive smart monitoring system for conventional lathe machines.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Successfully demonstrated real-time detection of abnormal vibration and sound conditions.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 Improved machine safety, tool life, and operational reliability through early warning indication.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/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081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365C2-494F-67C7-6B66-883B62152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">
            <a:extLst>
              <a:ext uri="{FF2B5EF4-FFF2-40B4-BE49-F238E27FC236}">
                <a16:creationId xmlns:a16="http://schemas.microsoft.com/office/drawing/2014/main" id="{5CBF9D83-CFF4-01E1-0C2C-682FA0950DDF}"/>
              </a:ext>
            </a:extLst>
          </p:cNvPr>
          <p:cNvSpPr/>
          <p:nvPr/>
        </p:nvSpPr>
        <p:spPr>
          <a:xfrm>
            <a:off x="-24897" y="0"/>
            <a:ext cx="18312897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526D97A-7860-676C-8146-AA1C04E36FCA}"/>
              </a:ext>
            </a:extLst>
          </p:cNvPr>
          <p:cNvSpPr txBox="1"/>
          <p:nvPr/>
        </p:nvSpPr>
        <p:spPr>
          <a:xfrm>
            <a:off x="801064" y="580227"/>
            <a:ext cx="7272808" cy="752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 dirty="0">
                <a:solidFill>
                  <a:srgbClr val="1B277B"/>
                </a:solidFill>
                <a:latin typeface="Stencil" panose="040409050D0802020404" pitchFamily="82" charset="0"/>
              </a:rPr>
              <a:t>  </a:t>
            </a:r>
            <a:r>
              <a:rPr lang="en-US" sz="4800" b="1" dirty="0">
                <a:solidFill>
                  <a:srgbClr val="1B277B"/>
                </a:solidFill>
                <a:latin typeface="Stencil" panose="040409050D0802020404" pitchFamily="82" charset="0"/>
                <a:cs typeface="Times New Roman" panose="02020603050405020304" pitchFamily="18" charset="0"/>
              </a:rPr>
              <a:t>REFERENCES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2CC60152-4E10-6587-9AAD-978B30AE7D95}"/>
              </a:ext>
            </a:extLst>
          </p:cNvPr>
          <p:cNvGrpSpPr/>
          <p:nvPr/>
        </p:nvGrpSpPr>
        <p:grpSpPr>
          <a:xfrm>
            <a:off x="15218223" y="0"/>
            <a:ext cx="3086100" cy="10287000"/>
            <a:chOff x="0" y="0"/>
            <a:chExt cx="812800" cy="270933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1A88018-009B-80BF-73AE-4EFB7EB1A4D6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26AAE36-721D-07E1-58A3-07A587CB79ED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4E8F165-A914-3048-89F1-65B662B4A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07496" y="9490903"/>
            <a:ext cx="6784032" cy="797173"/>
          </a:xfrm>
        </p:spPr>
        <p:txBody>
          <a:bodyPr/>
          <a:lstStyle/>
          <a:p>
            <a:r>
              <a:rPr lang="en-US" dirty="0"/>
              <a:t>Department Of Electronics And Communication Engineering</a:t>
            </a:r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76880FE8-3529-DB2C-FD4E-9A7A5F79C914}"/>
              </a:ext>
            </a:extLst>
          </p:cNvPr>
          <p:cNvSpPr/>
          <p:nvPr/>
        </p:nvSpPr>
        <p:spPr>
          <a:xfrm>
            <a:off x="1079104" y="1471092"/>
            <a:ext cx="6768752" cy="1"/>
          </a:xfrm>
          <a:prstGeom prst="line">
            <a:avLst/>
          </a:prstGeom>
          <a:ln w="38100" cap="flat">
            <a:solidFill>
              <a:srgbClr val="1E0B9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>
              <a:ln>
                <a:solidFill>
                  <a:srgbClr val="1E0B93"/>
                </a:solidFill>
              </a:ln>
            </a:endParaRPr>
          </a:p>
        </p:txBody>
      </p:sp>
      <p:grpSp>
        <p:nvGrpSpPr>
          <p:cNvPr id="9" name="Group 11">
            <a:extLst>
              <a:ext uri="{FF2B5EF4-FFF2-40B4-BE49-F238E27FC236}">
                <a16:creationId xmlns:a16="http://schemas.microsoft.com/office/drawing/2014/main" id="{1F4A884D-7B99-5D98-86C9-AAA10B8DCCAA}"/>
              </a:ext>
            </a:extLst>
          </p:cNvPr>
          <p:cNvGrpSpPr>
            <a:grpSpLocks noChangeAspect="1"/>
          </p:cNvGrpSpPr>
          <p:nvPr/>
        </p:nvGrpSpPr>
        <p:grpSpPr>
          <a:xfrm>
            <a:off x="16015374" y="390972"/>
            <a:ext cx="1491797" cy="1492952"/>
            <a:chOff x="0" y="0"/>
            <a:chExt cx="3673970" cy="3676815"/>
          </a:xfrm>
        </p:grpSpPr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89B1D388-A5F0-4328-8DE4-5B7AF0D8DD8B}"/>
                </a:ext>
              </a:extLst>
            </p:cNvPr>
            <p:cNvSpPr/>
            <p:nvPr/>
          </p:nvSpPr>
          <p:spPr>
            <a:xfrm>
              <a:off x="123825" y="63500"/>
              <a:ext cx="3426206" cy="1776857"/>
            </a:xfrm>
            <a:custGeom>
              <a:avLst/>
              <a:gdLst/>
              <a:ahLst/>
              <a:cxnLst/>
              <a:rect l="l" t="t" r="r" b="b"/>
              <a:pathLst>
                <a:path w="3426206" h="1776857">
                  <a:moveTo>
                    <a:pt x="2953766" y="1444371"/>
                  </a:moveTo>
                  <a:cubicBezTo>
                    <a:pt x="3024251" y="1476756"/>
                    <a:pt x="3116707" y="1484376"/>
                    <a:pt x="3210560" y="1459484"/>
                  </a:cubicBezTo>
                  <a:cubicBezTo>
                    <a:pt x="3304413" y="1434592"/>
                    <a:pt x="3380994" y="1382141"/>
                    <a:pt x="3426206" y="1319149"/>
                  </a:cubicBezTo>
                  <a:cubicBezTo>
                    <a:pt x="3355721" y="1286764"/>
                    <a:pt x="3263265" y="1279144"/>
                    <a:pt x="3169285" y="1304036"/>
                  </a:cubicBezTo>
                  <a:cubicBezTo>
                    <a:pt x="3075305" y="1328928"/>
                    <a:pt x="2998724" y="1381379"/>
                    <a:pt x="2953639" y="1444371"/>
                  </a:cubicBezTo>
                  <a:moveTo>
                    <a:pt x="2969260" y="522859"/>
                  </a:moveTo>
                  <a:cubicBezTo>
                    <a:pt x="2892044" y="530098"/>
                    <a:pt x="2808224" y="569595"/>
                    <a:pt x="2739263" y="638175"/>
                  </a:cubicBezTo>
                  <a:cubicBezTo>
                    <a:pt x="2670302" y="706755"/>
                    <a:pt x="2630297" y="790448"/>
                    <a:pt x="2622677" y="867537"/>
                  </a:cubicBezTo>
                  <a:cubicBezTo>
                    <a:pt x="2699893" y="860298"/>
                    <a:pt x="2783713" y="820801"/>
                    <a:pt x="2852674" y="752221"/>
                  </a:cubicBezTo>
                  <a:cubicBezTo>
                    <a:pt x="2921635" y="683641"/>
                    <a:pt x="2961640" y="600075"/>
                    <a:pt x="2969260" y="522859"/>
                  </a:cubicBezTo>
                  <a:moveTo>
                    <a:pt x="2189226" y="318643"/>
                  </a:moveTo>
                  <a:cubicBezTo>
                    <a:pt x="2214626" y="224790"/>
                    <a:pt x="2207387" y="132461"/>
                    <a:pt x="2175510" y="61722"/>
                  </a:cubicBezTo>
                  <a:cubicBezTo>
                    <a:pt x="2112264" y="106553"/>
                    <a:pt x="2059305" y="182753"/>
                    <a:pt x="2033905" y="276606"/>
                  </a:cubicBezTo>
                  <a:cubicBezTo>
                    <a:pt x="2008505" y="370459"/>
                    <a:pt x="2015744" y="462915"/>
                    <a:pt x="2047748" y="533527"/>
                  </a:cubicBezTo>
                  <a:cubicBezTo>
                    <a:pt x="2110994" y="488696"/>
                    <a:pt x="2163826" y="412496"/>
                    <a:pt x="2189226" y="318643"/>
                  </a:cubicBezTo>
                  <a:moveTo>
                    <a:pt x="1382776" y="531749"/>
                  </a:moveTo>
                  <a:cubicBezTo>
                    <a:pt x="1415161" y="461264"/>
                    <a:pt x="1422781" y="368808"/>
                    <a:pt x="1397889" y="274828"/>
                  </a:cubicBezTo>
                  <a:cubicBezTo>
                    <a:pt x="1372997" y="180848"/>
                    <a:pt x="1320546" y="104394"/>
                    <a:pt x="1257554" y="59182"/>
                  </a:cubicBezTo>
                  <a:cubicBezTo>
                    <a:pt x="1225169" y="129667"/>
                    <a:pt x="1217549" y="222123"/>
                    <a:pt x="1242441" y="316103"/>
                  </a:cubicBezTo>
                  <a:cubicBezTo>
                    <a:pt x="1267333" y="410083"/>
                    <a:pt x="1319784" y="486537"/>
                    <a:pt x="1382903" y="531749"/>
                  </a:cubicBezTo>
                  <a:moveTo>
                    <a:pt x="805942" y="862711"/>
                  </a:moveTo>
                  <a:cubicBezTo>
                    <a:pt x="798703" y="785495"/>
                    <a:pt x="759079" y="701675"/>
                    <a:pt x="690626" y="632714"/>
                  </a:cubicBezTo>
                  <a:cubicBezTo>
                    <a:pt x="622173" y="563753"/>
                    <a:pt x="538480" y="523748"/>
                    <a:pt x="461264" y="516128"/>
                  </a:cubicBezTo>
                  <a:cubicBezTo>
                    <a:pt x="468503" y="593344"/>
                    <a:pt x="508000" y="677291"/>
                    <a:pt x="576580" y="746125"/>
                  </a:cubicBezTo>
                  <a:cubicBezTo>
                    <a:pt x="645160" y="814959"/>
                    <a:pt x="728853" y="855091"/>
                    <a:pt x="806069" y="862711"/>
                  </a:cubicBezTo>
                  <a:moveTo>
                    <a:pt x="214884" y="1451483"/>
                  </a:moveTo>
                  <a:cubicBezTo>
                    <a:pt x="308737" y="1476883"/>
                    <a:pt x="401193" y="1469644"/>
                    <a:pt x="471805" y="1437640"/>
                  </a:cubicBezTo>
                  <a:cubicBezTo>
                    <a:pt x="426974" y="1374394"/>
                    <a:pt x="350774" y="1321562"/>
                    <a:pt x="256921" y="1296162"/>
                  </a:cubicBezTo>
                  <a:cubicBezTo>
                    <a:pt x="163068" y="1270762"/>
                    <a:pt x="70739" y="1278001"/>
                    <a:pt x="0" y="1309878"/>
                  </a:cubicBezTo>
                  <a:cubicBezTo>
                    <a:pt x="44831" y="1373124"/>
                    <a:pt x="121031" y="1426083"/>
                    <a:pt x="214884" y="1451483"/>
                  </a:cubicBezTo>
                  <a:moveTo>
                    <a:pt x="2419858" y="759587"/>
                  </a:moveTo>
                  <a:cubicBezTo>
                    <a:pt x="2527427" y="573151"/>
                    <a:pt x="2588641" y="385064"/>
                    <a:pt x="2598674" y="237617"/>
                  </a:cubicBezTo>
                  <a:cubicBezTo>
                    <a:pt x="2475992" y="319786"/>
                    <a:pt x="2343658" y="466852"/>
                    <a:pt x="2236089" y="653415"/>
                  </a:cubicBezTo>
                  <a:cubicBezTo>
                    <a:pt x="2128520" y="839978"/>
                    <a:pt x="2067179" y="1028192"/>
                    <a:pt x="2057273" y="1175385"/>
                  </a:cubicBezTo>
                  <a:cubicBezTo>
                    <a:pt x="2179828" y="1093089"/>
                    <a:pt x="2312162" y="946023"/>
                    <a:pt x="2419858" y="759587"/>
                  </a:cubicBezTo>
                  <a:moveTo>
                    <a:pt x="1366647" y="1175258"/>
                  </a:moveTo>
                  <a:cubicBezTo>
                    <a:pt x="1356741" y="1027938"/>
                    <a:pt x="1295527" y="839851"/>
                    <a:pt x="1187831" y="653415"/>
                  </a:cubicBezTo>
                  <a:cubicBezTo>
                    <a:pt x="1080135" y="466979"/>
                    <a:pt x="947801" y="319913"/>
                    <a:pt x="825246" y="237617"/>
                  </a:cubicBezTo>
                  <a:cubicBezTo>
                    <a:pt x="835152" y="384937"/>
                    <a:pt x="896366" y="573024"/>
                    <a:pt x="1004062" y="759587"/>
                  </a:cubicBezTo>
                  <a:cubicBezTo>
                    <a:pt x="1111758" y="946150"/>
                    <a:pt x="1244092" y="1093216"/>
                    <a:pt x="1366647" y="1175385"/>
                  </a:cubicBezTo>
                  <a:moveTo>
                    <a:pt x="2019173" y="1596390"/>
                  </a:moveTo>
                  <a:lnTo>
                    <a:pt x="2082673" y="1590040"/>
                  </a:lnTo>
                  <a:cubicBezTo>
                    <a:pt x="2115312" y="1585722"/>
                    <a:pt x="2149094" y="1579753"/>
                    <a:pt x="2184146" y="1571879"/>
                  </a:cubicBezTo>
                  <a:cubicBezTo>
                    <a:pt x="2343531" y="1536446"/>
                    <a:pt x="2523744" y="1465453"/>
                    <a:pt x="2702941" y="1362075"/>
                  </a:cubicBezTo>
                  <a:cubicBezTo>
                    <a:pt x="2947289" y="1220978"/>
                    <a:pt x="3139821" y="1047750"/>
                    <a:pt x="3247898" y="887095"/>
                  </a:cubicBezTo>
                  <a:cubicBezTo>
                    <a:pt x="3054858" y="900049"/>
                    <a:pt x="2808351" y="980186"/>
                    <a:pt x="2563876" y="1121283"/>
                  </a:cubicBezTo>
                  <a:cubicBezTo>
                    <a:pt x="2319274" y="1262380"/>
                    <a:pt x="2126615" y="1435735"/>
                    <a:pt x="2019046" y="1596390"/>
                  </a:cubicBezTo>
                  <a:moveTo>
                    <a:pt x="1712087" y="0"/>
                  </a:moveTo>
                  <a:cubicBezTo>
                    <a:pt x="1567561" y="217551"/>
                    <a:pt x="1476375" y="535051"/>
                    <a:pt x="1476375" y="888365"/>
                  </a:cubicBezTo>
                  <a:cubicBezTo>
                    <a:pt x="1476375" y="1241933"/>
                    <a:pt x="1567561" y="1559560"/>
                    <a:pt x="1711960" y="1776857"/>
                  </a:cubicBezTo>
                  <a:cubicBezTo>
                    <a:pt x="1856359" y="1559433"/>
                    <a:pt x="1947418" y="1241806"/>
                    <a:pt x="1947418" y="888365"/>
                  </a:cubicBezTo>
                  <a:cubicBezTo>
                    <a:pt x="1947418" y="534924"/>
                    <a:pt x="1856486" y="217678"/>
                    <a:pt x="1712087" y="0"/>
                  </a:cubicBezTo>
                  <a:moveTo>
                    <a:pt x="720852" y="1361821"/>
                  </a:moveTo>
                  <a:cubicBezTo>
                    <a:pt x="900557" y="1465580"/>
                    <a:pt x="1081405" y="1536446"/>
                    <a:pt x="1241171" y="1571752"/>
                  </a:cubicBezTo>
                  <a:lnTo>
                    <a:pt x="1342644" y="1589786"/>
                  </a:lnTo>
                  <a:cubicBezTo>
                    <a:pt x="1363980" y="1592580"/>
                    <a:pt x="1384681" y="1594739"/>
                    <a:pt x="1404874" y="1596009"/>
                  </a:cubicBezTo>
                  <a:cubicBezTo>
                    <a:pt x="1297051" y="1435354"/>
                    <a:pt x="1104265" y="1262126"/>
                    <a:pt x="859917" y="1121029"/>
                  </a:cubicBezTo>
                  <a:cubicBezTo>
                    <a:pt x="615569" y="979932"/>
                    <a:pt x="369062" y="899795"/>
                    <a:pt x="176149" y="886714"/>
                  </a:cubicBezTo>
                  <a:cubicBezTo>
                    <a:pt x="283845" y="1047369"/>
                    <a:pt x="476504" y="1220724"/>
                    <a:pt x="720979" y="1361821"/>
                  </a:cubicBezTo>
                </a:path>
              </a:pathLst>
            </a:custGeom>
            <a:solidFill>
              <a:srgbClr val="DBA3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1635B77E-88E2-A464-5EC8-A92A8FE5C62B}"/>
                </a:ext>
              </a:extLst>
            </p:cNvPr>
            <p:cNvSpPr/>
            <p:nvPr/>
          </p:nvSpPr>
          <p:spPr>
            <a:xfrm>
              <a:off x="188087" y="2494788"/>
              <a:ext cx="1031875" cy="738251"/>
            </a:xfrm>
            <a:custGeom>
              <a:avLst/>
              <a:gdLst/>
              <a:ahLst/>
              <a:cxnLst/>
              <a:rect l="l" t="t" r="r" b="b"/>
              <a:pathLst>
                <a:path w="1031875" h="738251">
                  <a:moveTo>
                    <a:pt x="1031875" y="257175"/>
                  </a:moveTo>
                  <a:lnTo>
                    <a:pt x="550799" y="738251"/>
                  </a:lnTo>
                  <a:cubicBezTo>
                    <a:pt x="307721" y="546608"/>
                    <a:pt x="116205" y="292481"/>
                    <a:pt x="0" y="0"/>
                  </a:cubicBezTo>
                  <a:lnTo>
                    <a:pt x="805053" y="0"/>
                  </a:lnTo>
                  <a:cubicBezTo>
                    <a:pt x="865251" y="98298"/>
                    <a:pt x="942086" y="185420"/>
                    <a:pt x="1031875" y="257175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A71FA57F-3719-83FC-D24F-CFCE219A0C76}"/>
                </a:ext>
              </a:extLst>
            </p:cNvPr>
            <p:cNvSpPr/>
            <p:nvPr/>
          </p:nvSpPr>
          <p:spPr>
            <a:xfrm>
              <a:off x="63500" y="1840230"/>
              <a:ext cx="1390904" cy="959612"/>
            </a:xfrm>
            <a:custGeom>
              <a:avLst/>
              <a:gdLst/>
              <a:ahLst/>
              <a:cxnLst/>
              <a:rect l="l" t="t" r="r" b="b"/>
              <a:pathLst>
                <a:path w="1390904" h="959612">
                  <a:moveTo>
                    <a:pt x="784733" y="139954"/>
                  </a:moveTo>
                  <a:cubicBezTo>
                    <a:pt x="784733" y="117348"/>
                    <a:pt x="803148" y="98933"/>
                    <a:pt x="825754" y="98933"/>
                  </a:cubicBezTo>
                  <a:cubicBezTo>
                    <a:pt x="848360" y="98933"/>
                    <a:pt x="866775" y="117348"/>
                    <a:pt x="866775" y="139954"/>
                  </a:cubicBezTo>
                  <a:cubicBezTo>
                    <a:pt x="866775" y="501650"/>
                    <a:pt x="1079754" y="814578"/>
                    <a:pt x="1387094" y="959612"/>
                  </a:cubicBezTo>
                  <a:lnTo>
                    <a:pt x="1387094" y="349377"/>
                  </a:lnTo>
                  <a:cubicBezTo>
                    <a:pt x="1387094" y="333756"/>
                    <a:pt x="1387348" y="316103"/>
                    <a:pt x="1387729" y="296799"/>
                  </a:cubicBezTo>
                  <a:cubicBezTo>
                    <a:pt x="1389126" y="217043"/>
                    <a:pt x="1390904" y="110490"/>
                    <a:pt x="1373505" y="4953"/>
                  </a:cubicBezTo>
                  <a:lnTo>
                    <a:pt x="1306703" y="0"/>
                  </a:lnTo>
                  <a:lnTo>
                    <a:pt x="0" y="0"/>
                  </a:lnTo>
                  <a:cubicBezTo>
                    <a:pt x="0" y="200279"/>
                    <a:pt x="33147" y="392811"/>
                    <a:pt x="94361" y="572389"/>
                  </a:cubicBezTo>
                  <a:lnTo>
                    <a:pt x="884555" y="572389"/>
                  </a:lnTo>
                  <a:cubicBezTo>
                    <a:pt x="820674" y="441579"/>
                    <a:pt x="784733" y="294894"/>
                    <a:pt x="784733" y="13995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16E83B6D-C28E-834E-9414-C0980F52E6DB}"/>
                </a:ext>
              </a:extLst>
            </p:cNvPr>
            <p:cNvSpPr/>
            <p:nvPr/>
          </p:nvSpPr>
          <p:spPr>
            <a:xfrm>
              <a:off x="1523111" y="1866011"/>
              <a:ext cx="272161" cy="1019175"/>
            </a:xfrm>
            <a:custGeom>
              <a:avLst/>
              <a:gdLst/>
              <a:ahLst/>
              <a:cxnLst/>
              <a:rect l="l" t="t" r="r" b="b"/>
              <a:pathLst>
                <a:path w="272161" h="1019175">
                  <a:moveTo>
                    <a:pt x="0" y="127"/>
                  </a:moveTo>
                  <a:cubicBezTo>
                    <a:pt x="12954" y="100457"/>
                    <a:pt x="11303" y="197485"/>
                    <a:pt x="10160" y="272415"/>
                  </a:cubicBezTo>
                  <a:lnTo>
                    <a:pt x="9525" y="323596"/>
                  </a:lnTo>
                  <a:lnTo>
                    <a:pt x="9525" y="967613"/>
                  </a:lnTo>
                  <a:cubicBezTo>
                    <a:pt x="92202" y="997331"/>
                    <a:pt x="180340" y="1014984"/>
                    <a:pt x="272161" y="1019175"/>
                  </a:cubicBezTo>
                  <a:lnTo>
                    <a:pt x="272161" y="248031"/>
                  </a:lnTo>
                  <a:cubicBezTo>
                    <a:pt x="219583" y="132334"/>
                    <a:pt x="121158" y="41910"/>
                    <a:pt x="0" y="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2C6B1568-3E08-1F9C-A7EE-EABD0269124A}"/>
                </a:ext>
              </a:extLst>
            </p:cNvPr>
            <p:cNvSpPr/>
            <p:nvPr/>
          </p:nvSpPr>
          <p:spPr>
            <a:xfrm>
              <a:off x="805053" y="2801239"/>
              <a:ext cx="990219" cy="812165"/>
            </a:xfrm>
            <a:custGeom>
              <a:avLst/>
              <a:gdLst/>
              <a:ahLst/>
              <a:cxnLst/>
              <a:rect l="l" t="t" r="r" b="b"/>
              <a:pathLst>
                <a:path w="990219" h="812165">
                  <a:moveTo>
                    <a:pt x="669290" y="98425"/>
                  </a:moveTo>
                  <a:lnTo>
                    <a:pt x="667766" y="97790"/>
                  </a:lnTo>
                  <a:cubicBezTo>
                    <a:pt x="601472" y="71501"/>
                    <a:pt x="539369" y="38735"/>
                    <a:pt x="481584" y="0"/>
                  </a:cubicBezTo>
                  <a:lnTo>
                    <a:pt x="0" y="481711"/>
                  </a:lnTo>
                  <a:cubicBezTo>
                    <a:pt x="280162" y="682625"/>
                    <a:pt x="621284" y="803783"/>
                    <a:pt x="990219" y="812165"/>
                  </a:cubicBezTo>
                  <a:lnTo>
                    <a:pt x="990219" y="165989"/>
                  </a:lnTo>
                  <a:cubicBezTo>
                    <a:pt x="879983" y="161544"/>
                    <a:pt x="774192" y="138938"/>
                    <a:pt x="676021" y="100838"/>
                  </a:cubicBezTo>
                  <a:lnTo>
                    <a:pt x="671449" y="99187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BFA9543B-D893-025B-B0BD-C33580C21A5E}"/>
                </a:ext>
              </a:extLst>
            </p:cNvPr>
            <p:cNvSpPr/>
            <p:nvPr/>
          </p:nvSpPr>
          <p:spPr>
            <a:xfrm>
              <a:off x="1877314" y="1865503"/>
              <a:ext cx="274955" cy="1019683"/>
            </a:xfrm>
            <a:custGeom>
              <a:avLst/>
              <a:gdLst/>
              <a:ahLst/>
              <a:cxnLst/>
              <a:rect l="l" t="t" r="r" b="b"/>
              <a:pathLst>
                <a:path w="274955" h="1019683">
                  <a:moveTo>
                    <a:pt x="0" y="251587"/>
                  </a:moveTo>
                  <a:lnTo>
                    <a:pt x="0" y="1019683"/>
                  </a:lnTo>
                  <a:cubicBezTo>
                    <a:pt x="92710" y="1015619"/>
                    <a:pt x="181864" y="997331"/>
                    <a:pt x="265430" y="967105"/>
                  </a:cubicBezTo>
                  <a:lnTo>
                    <a:pt x="265430" y="324104"/>
                  </a:lnTo>
                  <a:cubicBezTo>
                    <a:pt x="265430" y="308864"/>
                    <a:pt x="265049" y="291719"/>
                    <a:pt x="264795" y="272923"/>
                  </a:cubicBezTo>
                  <a:cubicBezTo>
                    <a:pt x="263652" y="197739"/>
                    <a:pt x="262001" y="100457"/>
                    <a:pt x="274955" y="0"/>
                  </a:cubicBezTo>
                  <a:cubicBezTo>
                    <a:pt x="152146" y="42037"/>
                    <a:pt x="52451" y="133985"/>
                    <a:pt x="0" y="25158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131B7818-97C0-D5A4-B17C-AC98C713B2CF}"/>
                </a:ext>
              </a:extLst>
            </p:cNvPr>
            <p:cNvSpPr/>
            <p:nvPr/>
          </p:nvSpPr>
          <p:spPr>
            <a:xfrm>
              <a:off x="1877187" y="2800604"/>
              <a:ext cx="991616" cy="812800"/>
            </a:xfrm>
            <a:custGeom>
              <a:avLst/>
              <a:gdLst/>
              <a:ahLst/>
              <a:cxnLst/>
              <a:rect l="l" t="t" r="r" b="b"/>
              <a:pathLst>
                <a:path w="991616" h="812800">
                  <a:moveTo>
                    <a:pt x="330708" y="95123"/>
                  </a:moveTo>
                  <a:lnTo>
                    <a:pt x="318008" y="100203"/>
                  </a:lnTo>
                  <a:lnTo>
                    <a:pt x="310896" y="102870"/>
                  </a:lnTo>
                  <a:cubicBezTo>
                    <a:pt x="213614" y="140081"/>
                    <a:pt x="109220" y="162433"/>
                    <a:pt x="0" y="166751"/>
                  </a:cubicBezTo>
                  <a:lnTo>
                    <a:pt x="0" y="812800"/>
                  </a:lnTo>
                  <a:cubicBezTo>
                    <a:pt x="369443" y="804799"/>
                    <a:pt x="711073" y="683641"/>
                    <a:pt x="991616" y="482346"/>
                  </a:cubicBezTo>
                  <a:lnTo>
                    <a:pt x="509270" y="0"/>
                  </a:lnTo>
                  <a:cubicBezTo>
                    <a:pt x="453517" y="37592"/>
                    <a:pt x="393700" y="69596"/>
                    <a:pt x="330708" y="9525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D2C89365-A2C8-5AC0-2685-FBA3DCE3F582}"/>
                </a:ext>
              </a:extLst>
            </p:cNvPr>
            <p:cNvSpPr/>
            <p:nvPr/>
          </p:nvSpPr>
          <p:spPr>
            <a:xfrm>
              <a:off x="2453132" y="2494788"/>
              <a:ext cx="1032637" cy="738251"/>
            </a:xfrm>
            <a:custGeom>
              <a:avLst/>
              <a:gdLst/>
              <a:ahLst/>
              <a:cxnLst/>
              <a:rect l="l" t="t" r="r" b="b"/>
              <a:pathLst>
                <a:path w="1032637" h="738251">
                  <a:moveTo>
                    <a:pt x="127" y="256540"/>
                  </a:moveTo>
                  <a:lnTo>
                    <a:pt x="481838" y="738251"/>
                  </a:lnTo>
                  <a:cubicBezTo>
                    <a:pt x="724916" y="546481"/>
                    <a:pt x="916432" y="292481"/>
                    <a:pt x="1032637" y="0"/>
                  </a:cubicBezTo>
                  <a:lnTo>
                    <a:pt x="226187" y="0"/>
                  </a:lnTo>
                  <a:cubicBezTo>
                    <a:pt x="166116" y="98171"/>
                    <a:pt x="89535" y="185039"/>
                    <a:pt x="0" y="25654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B39D2E22-E6B5-0F02-750A-156CF7ED88BF}"/>
                </a:ext>
              </a:extLst>
            </p:cNvPr>
            <p:cNvSpPr/>
            <p:nvPr/>
          </p:nvSpPr>
          <p:spPr>
            <a:xfrm>
              <a:off x="2221103" y="1840357"/>
              <a:ext cx="1389507" cy="958342"/>
            </a:xfrm>
            <a:custGeom>
              <a:avLst/>
              <a:gdLst/>
              <a:ahLst/>
              <a:cxnLst/>
              <a:rect l="l" t="t" r="r" b="b"/>
              <a:pathLst>
                <a:path w="1389507" h="958342">
                  <a:moveTo>
                    <a:pt x="82550" y="0"/>
                  </a:moveTo>
                  <a:lnTo>
                    <a:pt x="17399" y="4572"/>
                  </a:lnTo>
                  <a:cubicBezTo>
                    <a:pt x="0" y="110109"/>
                    <a:pt x="1778" y="216916"/>
                    <a:pt x="3175" y="296799"/>
                  </a:cubicBezTo>
                  <a:lnTo>
                    <a:pt x="3810" y="349377"/>
                  </a:lnTo>
                  <a:lnTo>
                    <a:pt x="3810" y="958342"/>
                  </a:lnTo>
                  <a:cubicBezTo>
                    <a:pt x="309626" y="812673"/>
                    <a:pt x="521335" y="500507"/>
                    <a:pt x="521335" y="139954"/>
                  </a:cubicBezTo>
                  <a:cubicBezTo>
                    <a:pt x="521335" y="117348"/>
                    <a:pt x="539750" y="98933"/>
                    <a:pt x="562356" y="98933"/>
                  </a:cubicBezTo>
                  <a:cubicBezTo>
                    <a:pt x="584962" y="98933"/>
                    <a:pt x="603377" y="117348"/>
                    <a:pt x="603377" y="139954"/>
                  </a:cubicBezTo>
                  <a:cubicBezTo>
                    <a:pt x="603377" y="294894"/>
                    <a:pt x="567436" y="441706"/>
                    <a:pt x="503809" y="572389"/>
                  </a:cubicBezTo>
                  <a:lnTo>
                    <a:pt x="1295146" y="572389"/>
                  </a:lnTo>
                  <a:cubicBezTo>
                    <a:pt x="1356360" y="392811"/>
                    <a:pt x="1389507" y="200279"/>
                    <a:pt x="13895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DF250-0664-C7DD-C449-885F34181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99024" y="9524364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1600" smtClean="0">
                <a:solidFill>
                  <a:schemeClr val="bg1"/>
                </a:solidFill>
              </a:rPr>
              <a:pPr/>
              <a:t>16</a:t>
            </a:fld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EAA541-D1BD-A671-0A13-704FA45FED4C}"/>
              </a:ext>
            </a:extLst>
          </p:cNvPr>
          <p:cNvSpPr txBox="1"/>
          <p:nvPr/>
        </p:nvSpPr>
        <p:spPr>
          <a:xfrm>
            <a:off x="503040" y="1668649"/>
            <a:ext cx="14464667" cy="822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 S. </a:t>
            </a:r>
            <a:r>
              <a:rPr lang="en-IN" sz="2800" dirty="0" err="1">
                <a:latin typeface="Arial" panose="020B0604020202020204" pitchFamily="34" charset="0"/>
                <a:cs typeface="Arial" panose="020B0604020202020204" pitchFamily="34" charset="0"/>
              </a:rPr>
              <a:t>Dimla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 Jr., “Sensor signals for tool-wear monitoring in metal cutting operations—a review of methods,” </a:t>
            </a:r>
            <a:r>
              <a:rPr lang="en-IN" sz="2800" i="1" dirty="0">
                <a:latin typeface="Arial" panose="020B0604020202020204" pitchFamily="34" charset="0"/>
                <a:cs typeface="Arial" panose="020B0604020202020204" pitchFamily="34" charset="0"/>
              </a:rPr>
              <a:t>International Journal of Machine Tools and Manufacture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, vol. 40, no. 8, pp. 1073–1098, 2000.</a:t>
            </a:r>
          </a:p>
          <a:p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 T. I. El-Wardany, D. Gao, and M. A. </a:t>
            </a:r>
            <a:r>
              <a:rPr lang="en-IN" sz="2800" dirty="0" err="1">
                <a:latin typeface="Arial" panose="020B0604020202020204" pitchFamily="34" charset="0"/>
                <a:cs typeface="Arial" panose="020B0604020202020204" pitchFamily="34" charset="0"/>
              </a:rPr>
              <a:t>Elbestawi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, “Tool condition monitoring in drilling using vibration analysis,” </a:t>
            </a:r>
            <a:r>
              <a:rPr lang="en-IN" sz="2800" i="1" dirty="0">
                <a:latin typeface="Arial" panose="020B0604020202020204" pitchFamily="34" charset="0"/>
                <a:cs typeface="Arial" panose="020B0604020202020204" pitchFamily="34" charset="0"/>
              </a:rPr>
              <a:t>International Journal of Machine Tools and Manufacture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, vol. 36, no. 6, pp. 687–711, 1996.</a:t>
            </a:r>
          </a:p>
          <a:p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 A. K. Tiwari, P. K. Saha, and A. D. Bhalerao, “Tool condition monitoring in turning using acoustic emission and vibration signals,” </a:t>
            </a:r>
            <a:r>
              <a:rPr lang="en-IN" sz="2800" i="1" dirty="0">
                <a:latin typeface="Arial" panose="020B0604020202020204" pitchFamily="34" charset="0"/>
                <a:cs typeface="Arial" panose="020B0604020202020204" pitchFamily="34" charset="0"/>
              </a:rPr>
              <a:t>Measurement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, vol. 46, no. 10, pp. 4061–4070, 2013.</a:t>
            </a:r>
          </a:p>
          <a:p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 J. Tlusty and G. C. Andrews, “A critical review of sensors for unmanned machining,” </a:t>
            </a:r>
            <a:r>
              <a:rPr lang="en-IN" sz="2800" i="1" dirty="0">
                <a:latin typeface="Arial" panose="020B0604020202020204" pitchFamily="34" charset="0"/>
                <a:cs typeface="Arial" panose="020B0604020202020204" pitchFamily="34" charset="0"/>
              </a:rPr>
              <a:t>CIRP Annals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, vol. 32, no. 2, pp. 563–572, 1983.</a:t>
            </a:r>
          </a:p>
          <a:p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[5]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 S. Salgado and F. Alonso, “Tool wear detection in turning operations using vibration analysis,” </a:t>
            </a:r>
            <a:r>
              <a:rPr lang="en-IN" sz="2800" i="1" dirty="0">
                <a:latin typeface="Arial" panose="020B0604020202020204" pitchFamily="34" charset="0"/>
                <a:cs typeface="Arial" panose="020B0604020202020204" pitchFamily="34" charset="0"/>
              </a:rPr>
              <a:t>Journal of Materials Processing Technology</a:t>
            </a:r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, vol. 136, no. 1–3, pp. 110–116, 2003.</a:t>
            </a:r>
          </a:p>
          <a:p>
            <a:pPr algn="just"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1470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6C6C3-89A3-9C38-0EFB-DA714E4BF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">
            <a:extLst>
              <a:ext uri="{FF2B5EF4-FFF2-40B4-BE49-F238E27FC236}">
                <a16:creationId xmlns:a16="http://schemas.microsoft.com/office/drawing/2014/main" id="{1CB68830-AD67-E7D7-411C-FF33957C149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r="-20312"/>
            </a:stretch>
          </a:blipFill>
        </p:spPr>
        <p:txBody>
          <a:bodyPr/>
          <a:lstStyle/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049145E-2398-EA0D-1FCD-EA5809A03CB8}"/>
              </a:ext>
            </a:extLst>
          </p:cNvPr>
          <p:cNvGrpSpPr/>
          <p:nvPr/>
        </p:nvGrpSpPr>
        <p:grpSpPr>
          <a:xfrm>
            <a:off x="3455368" y="3213654"/>
            <a:ext cx="8424936" cy="2160240"/>
            <a:chOff x="0" y="0"/>
            <a:chExt cx="4816593" cy="1354667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D02179D-8D39-6928-423A-E7B3C90C71AB}"/>
                </a:ext>
              </a:extLst>
            </p:cNvPr>
            <p:cNvSpPr/>
            <p:nvPr/>
          </p:nvSpPr>
          <p:spPr>
            <a:xfrm>
              <a:off x="0" y="0"/>
              <a:ext cx="4816592" cy="1354667"/>
            </a:xfrm>
            <a:custGeom>
              <a:avLst/>
              <a:gdLst/>
              <a:ahLst/>
              <a:cxnLst/>
              <a:rect l="l" t="t" r="r" b="b"/>
              <a:pathLst>
                <a:path w="4816592" h="1354667">
                  <a:moveTo>
                    <a:pt x="0" y="0"/>
                  </a:moveTo>
                  <a:lnTo>
                    <a:pt x="4816592" y="0"/>
                  </a:lnTo>
                  <a:lnTo>
                    <a:pt x="4816592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FFFFF">
                <a:alpha val="9098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D24378D-A928-F26C-C174-A307AECC2DE1}"/>
                </a:ext>
              </a:extLst>
            </p:cNvPr>
            <p:cNvSpPr txBox="1"/>
            <p:nvPr/>
          </p:nvSpPr>
          <p:spPr>
            <a:xfrm>
              <a:off x="0" y="-47625"/>
              <a:ext cx="4816593" cy="140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1B1103B9-BCEE-38E3-3422-4CEB000D0F66}"/>
              </a:ext>
            </a:extLst>
          </p:cNvPr>
          <p:cNvSpPr txBox="1"/>
          <p:nvPr/>
        </p:nvSpPr>
        <p:spPr>
          <a:xfrm>
            <a:off x="2807296" y="3595474"/>
            <a:ext cx="10143658" cy="132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72"/>
              </a:lnSpc>
              <a:spcBef>
                <a:spcPct val="0"/>
              </a:spcBef>
            </a:pPr>
            <a:r>
              <a:rPr lang="en-US" sz="8051" b="1" dirty="0">
                <a:solidFill>
                  <a:srgbClr val="1B27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A410A902-AD82-2FA9-3818-00E22B139D60}"/>
              </a:ext>
            </a:extLst>
          </p:cNvPr>
          <p:cNvGrpSpPr/>
          <p:nvPr/>
        </p:nvGrpSpPr>
        <p:grpSpPr>
          <a:xfrm>
            <a:off x="0" y="-180826"/>
            <a:ext cx="18284793" cy="10467826"/>
            <a:chOff x="0" y="-47625"/>
            <a:chExt cx="4815748" cy="2756958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3554F820-EB55-A7C7-8003-7948A2C4BB69}"/>
                </a:ext>
              </a:extLst>
            </p:cNvPr>
            <p:cNvSpPr/>
            <p:nvPr/>
          </p:nvSpPr>
          <p:spPr>
            <a:xfrm>
              <a:off x="4002948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B27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7">
              <a:extLst>
                <a:ext uri="{FF2B5EF4-FFF2-40B4-BE49-F238E27FC236}">
                  <a16:creationId xmlns:a16="http://schemas.microsoft.com/office/drawing/2014/main" id="{32FDD0D6-DA66-59E4-9CF0-3DBA2C3E1512}"/>
                </a:ext>
              </a:extLst>
            </p:cNvPr>
            <p:cNvSpPr txBox="1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10" name="Group 18">
            <a:extLst>
              <a:ext uri="{FF2B5EF4-FFF2-40B4-BE49-F238E27FC236}">
                <a16:creationId xmlns:a16="http://schemas.microsoft.com/office/drawing/2014/main" id="{9068455E-1263-1DD5-D892-D9AE25F616EE}"/>
              </a:ext>
            </a:extLst>
          </p:cNvPr>
          <p:cNvGrpSpPr>
            <a:grpSpLocks noChangeAspect="1"/>
          </p:cNvGrpSpPr>
          <p:nvPr/>
        </p:nvGrpSpPr>
        <p:grpSpPr>
          <a:xfrm>
            <a:off x="16081305" y="384308"/>
            <a:ext cx="1491797" cy="1492952"/>
            <a:chOff x="0" y="0"/>
            <a:chExt cx="3673970" cy="3676815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2F7DA9BB-2038-0B39-CC10-C33E4FB5AD56}"/>
                </a:ext>
              </a:extLst>
            </p:cNvPr>
            <p:cNvSpPr/>
            <p:nvPr/>
          </p:nvSpPr>
          <p:spPr>
            <a:xfrm>
              <a:off x="123825" y="63500"/>
              <a:ext cx="3426206" cy="1776857"/>
            </a:xfrm>
            <a:custGeom>
              <a:avLst/>
              <a:gdLst/>
              <a:ahLst/>
              <a:cxnLst/>
              <a:rect l="l" t="t" r="r" b="b"/>
              <a:pathLst>
                <a:path w="3426206" h="1776857">
                  <a:moveTo>
                    <a:pt x="2953766" y="1444371"/>
                  </a:moveTo>
                  <a:cubicBezTo>
                    <a:pt x="3024251" y="1476756"/>
                    <a:pt x="3116707" y="1484376"/>
                    <a:pt x="3210560" y="1459484"/>
                  </a:cubicBezTo>
                  <a:cubicBezTo>
                    <a:pt x="3304413" y="1434592"/>
                    <a:pt x="3380994" y="1382141"/>
                    <a:pt x="3426206" y="1319149"/>
                  </a:cubicBezTo>
                  <a:cubicBezTo>
                    <a:pt x="3355721" y="1286764"/>
                    <a:pt x="3263265" y="1279144"/>
                    <a:pt x="3169285" y="1304036"/>
                  </a:cubicBezTo>
                  <a:cubicBezTo>
                    <a:pt x="3075305" y="1328928"/>
                    <a:pt x="2998724" y="1381379"/>
                    <a:pt x="2953639" y="1444371"/>
                  </a:cubicBezTo>
                  <a:moveTo>
                    <a:pt x="2969260" y="522859"/>
                  </a:moveTo>
                  <a:cubicBezTo>
                    <a:pt x="2892044" y="530098"/>
                    <a:pt x="2808224" y="569595"/>
                    <a:pt x="2739263" y="638175"/>
                  </a:cubicBezTo>
                  <a:cubicBezTo>
                    <a:pt x="2670302" y="706755"/>
                    <a:pt x="2630297" y="790448"/>
                    <a:pt x="2622677" y="867537"/>
                  </a:cubicBezTo>
                  <a:cubicBezTo>
                    <a:pt x="2699893" y="860298"/>
                    <a:pt x="2783713" y="820801"/>
                    <a:pt x="2852674" y="752221"/>
                  </a:cubicBezTo>
                  <a:cubicBezTo>
                    <a:pt x="2921635" y="683641"/>
                    <a:pt x="2961640" y="600075"/>
                    <a:pt x="2969260" y="522859"/>
                  </a:cubicBezTo>
                  <a:moveTo>
                    <a:pt x="2189226" y="318643"/>
                  </a:moveTo>
                  <a:cubicBezTo>
                    <a:pt x="2214626" y="224790"/>
                    <a:pt x="2207387" y="132461"/>
                    <a:pt x="2175510" y="61722"/>
                  </a:cubicBezTo>
                  <a:cubicBezTo>
                    <a:pt x="2112264" y="106553"/>
                    <a:pt x="2059305" y="182753"/>
                    <a:pt x="2033905" y="276606"/>
                  </a:cubicBezTo>
                  <a:cubicBezTo>
                    <a:pt x="2008505" y="370459"/>
                    <a:pt x="2015744" y="462915"/>
                    <a:pt x="2047748" y="533527"/>
                  </a:cubicBezTo>
                  <a:cubicBezTo>
                    <a:pt x="2110994" y="488696"/>
                    <a:pt x="2163826" y="412496"/>
                    <a:pt x="2189226" y="318643"/>
                  </a:cubicBezTo>
                  <a:moveTo>
                    <a:pt x="1382776" y="531749"/>
                  </a:moveTo>
                  <a:cubicBezTo>
                    <a:pt x="1415161" y="461264"/>
                    <a:pt x="1422781" y="368808"/>
                    <a:pt x="1397889" y="274828"/>
                  </a:cubicBezTo>
                  <a:cubicBezTo>
                    <a:pt x="1372997" y="180848"/>
                    <a:pt x="1320546" y="104394"/>
                    <a:pt x="1257554" y="59182"/>
                  </a:cubicBezTo>
                  <a:cubicBezTo>
                    <a:pt x="1225169" y="129667"/>
                    <a:pt x="1217549" y="222123"/>
                    <a:pt x="1242441" y="316103"/>
                  </a:cubicBezTo>
                  <a:cubicBezTo>
                    <a:pt x="1267333" y="410083"/>
                    <a:pt x="1319784" y="486537"/>
                    <a:pt x="1382903" y="531749"/>
                  </a:cubicBezTo>
                  <a:moveTo>
                    <a:pt x="805942" y="862711"/>
                  </a:moveTo>
                  <a:cubicBezTo>
                    <a:pt x="798703" y="785495"/>
                    <a:pt x="759079" y="701675"/>
                    <a:pt x="690626" y="632714"/>
                  </a:cubicBezTo>
                  <a:cubicBezTo>
                    <a:pt x="622173" y="563753"/>
                    <a:pt x="538480" y="523748"/>
                    <a:pt x="461264" y="516128"/>
                  </a:cubicBezTo>
                  <a:cubicBezTo>
                    <a:pt x="468503" y="593344"/>
                    <a:pt x="508000" y="677291"/>
                    <a:pt x="576580" y="746125"/>
                  </a:cubicBezTo>
                  <a:cubicBezTo>
                    <a:pt x="645160" y="814959"/>
                    <a:pt x="728853" y="855091"/>
                    <a:pt x="806069" y="862711"/>
                  </a:cubicBezTo>
                  <a:moveTo>
                    <a:pt x="214884" y="1451483"/>
                  </a:moveTo>
                  <a:cubicBezTo>
                    <a:pt x="308737" y="1476883"/>
                    <a:pt x="401193" y="1469644"/>
                    <a:pt x="471805" y="1437640"/>
                  </a:cubicBezTo>
                  <a:cubicBezTo>
                    <a:pt x="426974" y="1374394"/>
                    <a:pt x="350774" y="1321562"/>
                    <a:pt x="256921" y="1296162"/>
                  </a:cubicBezTo>
                  <a:cubicBezTo>
                    <a:pt x="163068" y="1270762"/>
                    <a:pt x="70739" y="1278001"/>
                    <a:pt x="0" y="1309878"/>
                  </a:cubicBezTo>
                  <a:cubicBezTo>
                    <a:pt x="44831" y="1373124"/>
                    <a:pt x="121031" y="1426083"/>
                    <a:pt x="214884" y="1451483"/>
                  </a:cubicBezTo>
                  <a:moveTo>
                    <a:pt x="2419858" y="759587"/>
                  </a:moveTo>
                  <a:cubicBezTo>
                    <a:pt x="2527427" y="573151"/>
                    <a:pt x="2588641" y="385064"/>
                    <a:pt x="2598674" y="237617"/>
                  </a:cubicBezTo>
                  <a:cubicBezTo>
                    <a:pt x="2475992" y="319786"/>
                    <a:pt x="2343658" y="466852"/>
                    <a:pt x="2236089" y="653415"/>
                  </a:cubicBezTo>
                  <a:cubicBezTo>
                    <a:pt x="2128520" y="839978"/>
                    <a:pt x="2067179" y="1028192"/>
                    <a:pt x="2057273" y="1175385"/>
                  </a:cubicBezTo>
                  <a:cubicBezTo>
                    <a:pt x="2179828" y="1093089"/>
                    <a:pt x="2312162" y="946023"/>
                    <a:pt x="2419858" y="759587"/>
                  </a:cubicBezTo>
                  <a:moveTo>
                    <a:pt x="1366647" y="1175258"/>
                  </a:moveTo>
                  <a:cubicBezTo>
                    <a:pt x="1356741" y="1027938"/>
                    <a:pt x="1295527" y="839851"/>
                    <a:pt x="1187831" y="653415"/>
                  </a:cubicBezTo>
                  <a:cubicBezTo>
                    <a:pt x="1080135" y="466979"/>
                    <a:pt x="947801" y="319913"/>
                    <a:pt x="825246" y="237617"/>
                  </a:cubicBezTo>
                  <a:cubicBezTo>
                    <a:pt x="835152" y="384937"/>
                    <a:pt x="896366" y="573024"/>
                    <a:pt x="1004062" y="759587"/>
                  </a:cubicBezTo>
                  <a:cubicBezTo>
                    <a:pt x="1111758" y="946150"/>
                    <a:pt x="1244092" y="1093216"/>
                    <a:pt x="1366647" y="1175385"/>
                  </a:cubicBezTo>
                  <a:moveTo>
                    <a:pt x="2019173" y="1596390"/>
                  </a:moveTo>
                  <a:lnTo>
                    <a:pt x="2082673" y="1590040"/>
                  </a:lnTo>
                  <a:cubicBezTo>
                    <a:pt x="2115312" y="1585722"/>
                    <a:pt x="2149094" y="1579753"/>
                    <a:pt x="2184146" y="1571879"/>
                  </a:cubicBezTo>
                  <a:cubicBezTo>
                    <a:pt x="2343531" y="1536446"/>
                    <a:pt x="2523744" y="1465453"/>
                    <a:pt x="2702941" y="1362075"/>
                  </a:cubicBezTo>
                  <a:cubicBezTo>
                    <a:pt x="2947289" y="1220978"/>
                    <a:pt x="3139821" y="1047750"/>
                    <a:pt x="3247898" y="887095"/>
                  </a:cubicBezTo>
                  <a:cubicBezTo>
                    <a:pt x="3054858" y="900049"/>
                    <a:pt x="2808351" y="980186"/>
                    <a:pt x="2563876" y="1121283"/>
                  </a:cubicBezTo>
                  <a:cubicBezTo>
                    <a:pt x="2319274" y="1262380"/>
                    <a:pt x="2126615" y="1435735"/>
                    <a:pt x="2019046" y="1596390"/>
                  </a:cubicBezTo>
                  <a:moveTo>
                    <a:pt x="1712087" y="0"/>
                  </a:moveTo>
                  <a:cubicBezTo>
                    <a:pt x="1567561" y="217551"/>
                    <a:pt x="1476375" y="535051"/>
                    <a:pt x="1476375" y="888365"/>
                  </a:cubicBezTo>
                  <a:cubicBezTo>
                    <a:pt x="1476375" y="1241933"/>
                    <a:pt x="1567561" y="1559560"/>
                    <a:pt x="1711960" y="1776857"/>
                  </a:cubicBezTo>
                  <a:cubicBezTo>
                    <a:pt x="1856359" y="1559433"/>
                    <a:pt x="1947418" y="1241806"/>
                    <a:pt x="1947418" y="888365"/>
                  </a:cubicBezTo>
                  <a:cubicBezTo>
                    <a:pt x="1947418" y="534924"/>
                    <a:pt x="1856486" y="217678"/>
                    <a:pt x="1712087" y="0"/>
                  </a:cubicBezTo>
                  <a:moveTo>
                    <a:pt x="720852" y="1361821"/>
                  </a:moveTo>
                  <a:cubicBezTo>
                    <a:pt x="900557" y="1465580"/>
                    <a:pt x="1081405" y="1536446"/>
                    <a:pt x="1241171" y="1571752"/>
                  </a:cubicBezTo>
                  <a:lnTo>
                    <a:pt x="1342644" y="1589786"/>
                  </a:lnTo>
                  <a:cubicBezTo>
                    <a:pt x="1363980" y="1592580"/>
                    <a:pt x="1384681" y="1594739"/>
                    <a:pt x="1404874" y="1596009"/>
                  </a:cubicBezTo>
                  <a:cubicBezTo>
                    <a:pt x="1297051" y="1435354"/>
                    <a:pt x="1104265" y="1262126"/>
                    <a:pt x="859917" y="1121029"/>
                  </a:cubicBezTo>
                  <a:cubicBezTo>
                    <a:pt x="615569" y="979932"/>
                    <a:pt x="369062" y="899795"/>
                    <a:pt x="176149" y="886714"/>
                  </a:cubicBezTo>
                  <a:cubicBezTo>
                    <a:pt x="283845" y="1047369"/>
                    <a:pt x="476504" y="1220724"/>
                    <a:pt x="720979" y="1361821"/>
                  </a:cubicBezTo>
                </a:path>
              </a:pathLst>
            </a:custGeom>
            <a:solidFill>
              <a:srgbClr val="DBA32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8FCA6C85-0CAF-77DF-38AF-64CC0FE260EC}"/>
                </a:ext>
              </a:extLst>
            </p:cNvPr>
            <p:cNvSpPr/>
            <p:nvPr/>
          </p:nvSpPr>
          <p:spPr>
            <a:xfrm>
              <a:off x="188087" y="2494788"/>
              <a:ext cx="1031875" cy="738251"/>
            </a:xfrm>
            <a:custGeom>
              <a:avLst/>
              <a:gdLst/>
              <a:ahLst/>
              <a:cxnLst/>
              <a:rect l="l" t="t" r="r" b="b"/>
              <a:pathLst>
                <a:path w="1031875" h="738251">
                  <a:moveTo>
                    <a:pt x="1031875" y="257175"/>
                  </a:moveTo>
                  <a:lnTo>
                    <a:pt x="550799" y="738251"/>
                  </a:lnTo>
                  <a:cubicBezTo>
                    <a:pt x="307721" y="546608"/>
                    <a:pt x="116205" y="292481"/>
                    <a:pt x="0" y="0"/>
                  </a:cubicBezTo>
                  <a:lnTo>
                    <a:pt x="805053" y="0"/>
                  </a:lnTo>
                  <a:cubicBezTo>
                    <a:pt x="865251" y="98298"/>
                    <a:pt x="942086" y="185420"/>
                    <a:pt x="1031875" y="257175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9731C618-3607-5AD5-032B-8DF28F75A934}"/>
                </a:ext>
              </a:extLst>
            </p:cNvPr>
            <p:cNvSpPr/>
            <p:nvPr/>
          </p:nvSpPr>
          <p:spPr>
            <a:xfrm>
              <a:off x="63500" y="1840230"/>
              <a:ext cx="1390904" cy="959612"/>
            </a:xfrm>
            <a:custGeom>
              <a:avLst/>
              <a:gdLst/>
              <a:ahLst/>
              <a:cxnLst/>
              <a:rect l="l" t="t" r="r" b="b"/>
              <a:pathLst>
                <a:path w="1390904" h="959612">
                  <a:moveTo>
                    <a:pt x="784733" y="139954"/>
                  </a:moveTo>
                  <a:cubicBezTo>
                    <a:pt x="784733" y="117348"/>
                    <a:pt x="803148" y="98933"/>
                    <a:pt x="825754" y="98933"/>
                  </a:cubicBezTo>
                  <a:cubicBezTo>
                    <a:pt x="848360" y="98933"/>
                    <a:pt x="866775" y="117348"/>
                    <a:pt x="866775" y="139954"/>
                  </a:cubicBezTo>
                  <a:cubicBezTo>
                    <a:pt x="866775" y="501650"/>
                    <a:pt x="1079754" y="814578"/>
                    <a:pt x="1387094" y="959612"/>
                  </a:cubicBezTo>
                  <a:lnTo>
                    <a:pt x="1387094" y="349377"/>
                  </a:lnTo>
                  <a:cubicBezTo>
                    <a:pt x="1387094" y="333756"/>
                    <a:pt x="1387348" y="316103"/>
                    <a:pt x="1387729" y="296799"/>
                  </a:cubicBezTo>
                  <a:cubicBezTo>
                    <a:pt x="1389126" y="217043"/>
                    <a:pt x="1390904" y="110490"/>
                    <a:pt x="1373505" y="4953"/>
                  </a:cubicBezTo>
                  <a:lnTo>
                    <a:pt x="1306703" y="0"/>
                  </a:lnTo>
                  <a:lnTo>
                    <a:pt x="0" y="0"/>
                  </a:lnTo>
                  <a:cubicBezTo>
                    <a:pt x="0" y="200279"/>
                    <a:pt x="33147" y="392811"/>
                    <a:pt x="94361" y="572389"/>
                  </a:cubicBezTo>
                  <a:lnTo>
                    <a:pt x="884555" y="572389"/>
                  </a:lnTo>
                  <a:cubicBezTo>
                    <a:pt x="820674" y="441579"/>
                    <a:pt x="784733" y="294894"/>
                    <a:pt x="784733" y="139954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7155BA1B-A410-860D-A9F0-1ACE7010E111}"/>
                </a:ext>
              </a:extLst>
            </p:cNvPr>
            <p:cNvSpPr/>
            <p:nvPr/>
          </p:nvSpPr>
          <p:spPr>
            <a:xfrm>
              <a:off x="1523111" y="1866011"/>
              <a:ext cx="272161" cy="1019175"/>
            </a:xfrm>
            <a:custGeom>
              <a:avLst/>
              <a:gdLst/>
              <a:ahLst/>
              <a:cxnLst/>
              <a:rect l="l" t="t" r="r" b="b"/>
              <a:pathLst>
                <a:path w="272161" h="1019175">
                  <a:moveTo>
                    <a:pt x="0" y="127"/>
                  </a:moveTo>
                  <a:cubicBezTo>
                    <a:pt x="12954" y="100457"/>
                    <a:pt x="11303" y="197485"/>
                    <a:pt x="10160" y="272415"/>
                  </a:cubicBezTo>
                  <a:lnTo>
                    <a:pt x="9525" y="323596"/>
                  </a:lnTo>
                  <a:lnTo>
                    <a:pt x="9525" y="967613"/>
                  </a:lnTo>
                  <a:cubicBezTo>
                    <a:pt x="92202" y="997331"/>
                    <a:pt x="180340" y="1014984"/>
                    <a:pt x="272161" y="1019175"/>
                  </a:cubicBezTo>
                  <a:lnTo>
                    <a:pt x="272161" y="248031"/>
                  </a:lnTo>
                  <a:cubicBezTo>
                    <a:pt x="219583" y="132334"/>
                    <a:pt x="121158" y="41910"/>
                    <a:pt x="0" y="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3B38D884-8E65-4AED-3FF4-432F90353044}"/>
                </a:ext>
              </a:extLst>
            </p:cNvPr>
            <p:cNvSpPr/>
            <p:nvPr/>
          </p:nvSpPr>
          <p:spPr>
            <a:xfrm>
              <a:off x="805053" y="2801239"/>
              <a:ext cx="990219" cy="812165"/>
            </a:xfrm>
            <a:custGeom>
              <a:avLst/>
              <a:gdLst/>
              <a:ahLst/>
              <a:cxnLst/>
              <a:rect l="l" t="t" r="r" b="b"/>
              <a:pathLst>
                <a:path w="990219" h="812165">
                  <a:moveTo>
                    <a:pt x="669290" y="98425"/>
                  </a:moveTo>
                  <a:lnTo>
                    <a:pt x="667766" y="97790"/>
                  </a:lnTo>
                  <a:cubicBezTo>
                    <a:pt x="601472" y="71501"/>
                    <a:pt x="539369" y="38735"/>
                    <a:pt x="481584" y="0"/>
                  </a:cubicBezTo>
                  <a:lnTo>
                    <a:pt x="0" y="481711"/>
                  </a:lnTo>
                  <a:cubicBezTo>
                    <a:pt x="280162" y="682625"/>
                    <a:pt x="621284" y="803783"/>
                    <a:pt x="990219" y="812165"/>
                  </a:cubicBezTo>
                  <a:lnTo>
                    <a:pt x="990219" y="165989"/>
                  </a:lnTo>
                  <a:cubicBezTo>
                    <a:pt x="879983" y="161544"/>
                    <a:pt x="774192" y="138938"/>
                    <a:pt x="676021" y="100838"/>
                  </a:cubicBezTo>
                  <a:lnTo>
                    <a:pt x="671449" y="99187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24">
              <a:extLst>
                <a:ext uri="{FF2B5EF4-FFF2-40B4-BE49-F238E27FC236}">
                  <a16:creationId xmlns:a16="http://schemas.microsoft.com/office/drawing/2014/main" id="{6A4050BF-04CF-2589-3A9A-F9D12CAD9597}"/>
                </a:ext>
              </a:extLst>
            </p:cNvPr>
            <p:cNvSpPr/>
            <p:nvPr/>
          </p:nvSpPr>
          <p:spPr>
            <a:xfrm>
              <a:off x="1877314" y="1865503"/>
              <a:ext cx="274955" cy="1019683"/>
            </a:xfrm>
            <a:custGeom>
              <a:avLst/>
              <a:gdLst/>
              <a:ahLst/>
              <a:cxnLst/>
              <a:rect l="l" t="t" r="r" b="b"/>
              <a:pathLst>
                <a:path w="274955" h="1019683">
                  <a:moveTo>
                    <a:pt x="0" y="251587"/>
                  </a:moveTo>
                  <a:lnTo>
                    <a:pt x="0" y="1019683"/>
                  </a:lnTo>
                  <a:cubicBezTo>
                    <a:pt x="92710" y="1015619"/>
                    <a:pt x="181864" y="997331"/>
                    <a:pt x="265430" y="967105"/>
                  </a:cubicBezTo>
                  <a:lnTo>
                    <a:pt x="265430" y="324104"/>
                  </a:lnTo>
                  <a:cubicBezTo>
                    <a:pt x="265430" y="308864"/>
                    <a:pt x="265049" y="291719"/>
                    <a:pt x="264795" y="272923"/>
                  </a:cubicBezTo>
                  <a:cubicBezTo>
                    <a:pt x="263652" y="197739"/>
                    <a:pt x="262001" y="100457"/>
                    <a:pt x="274955" y="0"/>
                  </a:cubicBezTo>
                  <a:cubicBezTo>
                    <a:pt x="152146" y="42037"/>
                    <a:pt x="52451" y="133985"/>
                    <a:pt x="0" y="251587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25">
              <a:extLst>
                <a:ext uri="{FF2B5EF4-FFF2-40B4-BE49-F238E27FC236}">
                  <a16:creationId xmlns:a16="http://schemas.microsoft.com/office/drawing/2014/main" id="{A812B054-A896-344A-4AE5-1A3853020C92}"/>
                </a:ext>
              </a:extLst>
            </p:cNvPr>
            <p:cNvSpPr/>
            <p:nvPr/>
          </p:nvSpPr>
          <p:spPr>
            <a:xfrm>
              <a:off x="1877187" y="2800604"/>
              <a:ext cx="991616" cy="812800"/>
            </a:xfrm>
            <a:custGeom>
              <a:avLst/>
              <a:gdLst/>
              <a:ahLst/>
              <a:cxnLst/>
              <a:rect l="l" t="t" r="r" b="b"/>
              <a:pathLst>
                <a:path w="991616" h="812800">
                  <a:moveTo>
                    <a:pt x="330708" y="95123"/>
                  </a:moveTo>
                  <a:lnTo>
                    <a:pt x="318008" y="100203"/>
                  </a:lnTo>
                  <a:lnTo>
                    <a:pt x="310896" y="102870"/>
                  </a:lnTo>
                  <a:cubicBezTo>
                    <a:pt x="213614" y="140081"/>
                    <a:pt x="109220" y="162433"/>
                    <a:pt x="0" y="166751"/>
                  </a:cubicBezTo>
                  <a:lnTo>
                    <a:pt x="0" y="812800"/>
                  </a:lnTo>
                  <a:cubicBezTo>
                    <a:pt x="369443" y="804799"/>
                    <a:pt x="711073" y="683641"/>
                    <a:pt x="991616" y="482346"/>
                  </a:cubicBezTo>
                  <a:lnTo>
                    <a:pt x="509270" y="0"/>
                  </a:lnTo>
                  <a:cubicBezTo>
                    <a:pt x="453517" y="37592"/>
                    <a:pt x="393700" y="69596"/>
                    <a:pt x="330708" y="9525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26">
              <a:extLst>
                <a:ext uri="{FF2B5EF4-FFF2-40B4-BE49-F238E27FC236}">
                  <a16:creationId xmlns:a16="http://schemas.microsoft.com/office/drawing/2014/main" id="{564F7679-6DEE-D2A5-203A-4CEBF23E142D}"/>
                </a:ext>
              </a:extLst>
            </p:cNvPr>
            <p:cNvSpPr/>
            <p:nvPr/>
          </p:nvSpPr>
          <p:spPr>
            <a:xfrm>
              <a:off x="2453132" y="2494788"/>
              <a:ext cx="1032637" cy="738251"/>
            </a:xfrm>
            <a:custGeom>
              <a:avLst/>
              <a:gdLst/>
              <a:ahLst/>
              <a:cxnLst/>
              <a:rect l="l" t="t" r="r" b="b"/>
              <a:pathLst>
                <a:path w="1032637" h="738251">
                  <a:moveTo>
                    <a:pt x="127" y="256540"/>
                  </a:moveTo>
                  <a:lnTo>
                    <a:pt x="481838" y="738251"/>
                  </a:lnTo>
                  <a:cubicBezTo>
                    <a:pt x="724916" y="546481"/>
                    <a:pt x="916432" y="292481"/>
                    <a:pt x="1032637" y="0"/>
                  </a:cubicBezTo>
                  <a:lnTo>
                    <a:pt x="226187" y="0"/>
                  </a:lnTo>
                  <a:cubicBezTo>
                    <a:pt x="166116" y="98171"/>
                    <a:pt x="89535" y="185039"/>
                    <a:pt x="0" y="256540"/>
                  </a:cubicBez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27">
              <a:extLst>
                <a:ext uri="{FF2B5EF4-FFF2-40B4-BE49-F238E27FC236}">
                  <a16:creationId xmlns:a16="http://schemas.microsoft.com/office/drawing/2014/main" id="{41A63F1E-D441-C944-2F99-EF72A3E6E8BD}"/>
                </a:ext>
              </a:extLst>
            </p:cNvPr>
            <p:cNvSpPr/>
            <p:nvPr/>
          </p:nvSpPr>
          <p:spPr>
            <a:xfrm>
              <a:off x="2221103" y="1840357"/>
              <a:ext cx="1389507" cy="958342"/>
            </a:xfrm>
            <a:custGeom>
              <a:avLst/>
              <a:gdLst/>
              <a:ahLst/>
              <a:cxnLst/>
              <a:rect l="l" t="t" r="r" b="b"/>
              <a:pathLst>
                <a:path w="1389507" h="958342">
                  <a:moveTo>
                    <a:pt x="82550" y="0"/>
                  </a:moveTo>
                  <a:lnTo>
                    <a:pt x="17399" y="4572"/>
                  </a:lnTo>
                  <a:cubicBezTo>
                    <a:pt x="0" y="110109"/>
                    <a:pt x="1778" y="216916"/>
                    <a:pt x="3175" y="296799"/>
                  </a:cubicBezTo>
                  <a:lnTo>
                    <a:pt x="3810" y="349377"/>
                  </a:lnTo>
                  <a:lnTo>
                    <a:pt x="3810" y="958342"/>
                  </a:lnTo>
                  <a:cubicBezTo>
                    <a:pt x="309626" y="812673"/>
                    <a:pt x="521335" y="500507"/>
                    <a:pt x="521335" y="139954"/>
                  </a:cubicBezTo>
                  <a:cubicBezTo>
                    <a:pt x="521335" y="117348"/>
                    <a:pt x="539750" y="98933"/>
                    <a:pt x="562356" y="98933"/>
                  </a:cubicBezTo>
                  <a:cubicBezTo>
                    <a:pt x="584962" y="98933"/>
                    <a:pt x="603377" y="117348"/>
                    <a:pt x="603377" y="139954"/>
                  </a:cubicBezTo>
                  <a:cubicBezTo>
                    <a:pt x="603377" y="294894"/>
                    <a:pt x="567436" y="441706"/>
                    <a:pt x="503809" y="572389"/>
                  </a:cubicBezTo>
                  <a:lnTo>
                    <a:pt x="1295146" y="572389"/>
                  </a:lnTo>
                  <a:cubicBezTo>
                    <a:pt x="1356360" y="392811"/>
                    <a:pt x="1389507" y="200279"/>
                    <a:pt x="13895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0FD5749-C879-0FF8-B60D-EE16043C0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5568" y="9366038"/>
            <a:ext cx="5991944" cy="843076"/>
          </a:xfrm>
        </p:spPr>
        <p:txBody>
          <a:bodyPr/>
          <a:lstStyle/>
          <a:p>
            <a:r>
              <a:rPr lang="en-US" dirty="0"/>
              <a:t>Department Of Electronics And Communication Engineering</a:t>
            </a:r>
          </a:p>
        </p:txBody>
      </p:sp>
      <p:sp>
        <p:nvSpPr>
          <p:cNvPr id="21" name="AutoShape 10">
            <a:extLst>
              <a:ext uri="{FF2B5EF4-FFF2-40B4-BE49-F238E27FC236}">
                <a16:creationId xmlns:a16="http://schemas.microsoft.com/office/drawing/2014/main" id="{AEB1DA02-D6F2-0E44-94AA-0AA276126B05}"/>
              </a:ext>
            </a:extLst>
          </p:cNvPr>
          <p:cNvSpPr/>
          <p:nvPr/>
        </p:nvSpPr>
        <p:spPr>
          <a:xfrm flipV="1">
            <a:off x="4319464" y="4968817"/>
            <a:ext cx="7323866" cy="0"/>
          </a:xfrm>
          <a:prstGeom prst="line">
            <a:avLst/>
          </a:prstGeom>
          <a:ln w="38100" cap="flat">
            <a:solidFill>
              <a:srgbClr val="1E0B9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>
              <a:ln>
                <a:solidFill>
                  <a:srgbClr val="1E0B93"/>
                </a:solidFill>
              </a:ln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A4160-2751-62F5-61FD-65C39295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88423" y="960501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1600" smtClean="0">
                <a:solidFill>
                  <a:schemeClr val="bg1"/>
                </a:solidFill>
              </a:rPr>
              <a:pPr/>
              <a:t>17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294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2976</TotalTime>
  <Words>1183</Words>
  <Application>Microsoft Office PowerPoint</Application>
  <PresentationFormat>Custom</PresentationFormat>
  <Paragraphs>180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Lato Bold</vt:lpstr>
      <vt:lpstr>Trajan Pro</vt:lpstr>
      <vt:lpstr>Stencil</vt:lpstr>
      <vt:lpstr>Times New Roman</vt:lpstr>
      <vt:lpstr>Calibri</vt:lpstr>
      <vt:lpstr>Office Theme</vt:lpstr>
      <vt:lpstr>MINI PROJECT  (U23ECW602)  GUIDED BY: Dr.R.Kurinjimalar  PROFESSOR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Slides</dc:title>
  <dc:creator>Sruthi Raja</dc:creator>
  <cp:lastModifiedBy>Rupawaani kumaravel</cp:lastModifiedBy>
  <cp:revision>60</cp:revision>
  <dcterms:created xsi:type="dcterms:W3CDTF">2006-08-16T00:00:00Z</dcterms:created>
  <dcterms:modified xsi:type="dcterms:W3CDTF">2026-04-13T05:03:48Z</dcterms:modified>
  <dc:identifier>DAGGzy2FjoY</dc:identifier>
</cp:coreProperties>
</file>